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302" r:id="rId4"/>
    <p:sldId id="309" r:id="rId5"/>
    <p:sldId id="303" r:id="rId6"/>
    <p:sldId id="315" r:id="rId7"/>
    <p:sldId id="319" r:id="rId8"/>
    <p:sldId id="310" r:id="rId9"/>
    <p:sldId id="311" r:id="rId10"/>
    <p:sldId id="314" r:id="rId11"/>
    <p:sldId id="313" r:id="rId12"/>
    <p:sldId id="306" r:id="rId13"/>
    <p:sldId id="318" r:id="rId14"/>
    <p:sldId id="316" r:id="rId15"/>
    <p:sldId id="317" r:id="rId16"/>
    <p:sldId id="301" r:id="rId1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1F782B-C95E-BB4F-EF83-E2C41E256CA0}" name="Johan Alexander Marin Restrepo" initials="JM" userId="S::jamarinr1@eafit.edu.co::024183f0-8ff5-4396-9915-47a329305779" providerId="AD"/>
  <p188:author id="{C1BE83EE-F701-36B5-6CBD-6B7E7EA972B1}" name="Ana Patricia Montes Pimienta" initials="AP" userId="S::apmontesp@eafit.edu.co::9786d5c3-4483-4bfe-82f8-0628dc7daec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669608-B145-42EF-B972-A458C3DF5B15}" v="197" dt="2026-02-20T21:10:15.250"/>
    <p1510:client id="{766F3549-BEB1-4C40-8230-F1E53FB1678D}" v="3" dt="2026-02-21T02:41:03.546"/>
    <p1510:client id="{83A13286-0B73-13E6-8FF8-DBC6691D0622}" v="17" dt="2026-02-20T15:50:02.1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Estilo oscuro 2 - Énfasis 3/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 Patricia Montes Pimienta" userId="S::apmontesp@eafit.edu.co::9786d5c3-4483-4bfe-82f8-0628dc7daecc" providerId="AD" clId="Web-{83A13286-0B73-13E6-8FF8-DBC6691D0622}"/>
    <pc:docChg chg="modSld sldOrd">
      <pc:chgData name="Ana Patricia Montes Pimienta" userId="S::apmontesp@eafit.edu.co::9786d5c3-4483-4bfe-82f8-0628dc7daecc" providerId="AD" clId="Web-{83A13286-0B73-13E6-8FF8-DBC6691D0622}" dt="2026-02-20T15:50:02.198" v="16" actId="20577"/>
      <pc:docMkLst>
        <pc:docMk/>
      </pc:docMkLst>
      <pc:sldChg chg="ord">
        <pc:chgData name="Ana Patricia Montes Pimienta" userId="S::apmontesp@eafit.edu.co::9786d5c3-4483-4bfe-82f8-0628dc7daecc" providerId="AD" clId="Web-{83A13286-0B73-13E6-8FF8-DBC6691D0622}" dt="2026-02-20T13:51:44.848" v="2"/>
        <pc:sldMkLst>
          <pc:docMk/>
          <pc:sldMk cId="3340082581" sldId="264"/>
        </pc:sldMkLst>
      </pc:sldChg>
      <pc:sldChg chg="addSp delSp modSp">
        <pc:chgData name="Ana Patricia Montes Pimienta" userId="S::apmontesp@eafit.edu.co::9786d5c3-4483-4bfe-82f8-0628dc7daecc" providerId="AD" clId="Web-{83A13286-0B73-13E6-8FF8-DBC6691D0622}" dt="2026-02-20T15:50:02.198" v="16" actId="20577"/>
        <pc:sldMkLst>
          <pc:docMk/>
          <pc:sldMk cId="1457770510" sldId="266"/>
        </pc:sldMkLst>
        <pc:spChg chg="mod">
          <ac:chgData name="Ana Patricia Montes Pimienta" userId="S::apmontesp@eafit.edu.co::9786d5c3-4483-4bfe-82f8-0628dc7daecc" providerId="AD" clId="Web-{83A13286-0B73-13E6-8FF8-DBC6691D0622}" dt="2026-02-20T15:50:02.198" v="16" actId="20577"/>
          <ac:spMkLst>
            <pc:docMk/>
            <pc:sldMk cId="1457770510" sldId="266"/>
            <ac:spMk id="2" creationId="{187ACB87-FFD5-9B1C-C764-E83EF52E55D1}"/>
          </ac:spMkLst>
        </pc:spChg>
        <pc:spChg chg="mod">
          <ac:chgData name="Ana Patricia Montes Pimienta" userId="S::apmontesp@eafit.edu.co::9786d5c3-4483-4bfe-82f8-0628dc7daecc" providerId="AD" clId="Web-{83A13286-0B73-13E6-8FF8-DBC6691D0622}" dt="2026-02-20T15:49:11.604" v="14" actId="20577"/>
          <ac:spMkLst>
            <pc:docMk/>
            <pc:sldMk cId="1457770510" sldId="266"/>
            <ac:spMk id="3" creationId="{E289E38B-BD7B-F27B-9FCC-ED71B9672935}"/>
          </ac:spMkLst>
        </pc:spChg>
        <pc:picChg chg="del">
          <ac:chgData name="Ana Patricia Montes Pimienta" userId="S::apmontesp@eafit.edu.co::9786d5c3-4483-4bfe-82f8-0628dc7daecc" providerId="AD" clId="Web-{83A13286-0B73-13E6-8FF8-DBC6691D0622}" dt="2026-02-20T15:48:54.291" v="6"/>
          <ac:picMkLst>
            <pc:docMk/>
            <pc:sldMk cId="1457770510" sldId="266"/>
            <ac:picMk id="4" creationId="{A4E793C2-115B-F947-EF09-88D5D451A2EF}"/>
          </ac:picMkLst>
        </pc:picChg>
        <pc:picChg chg="add mod">
          <ac:chgData name="Ana Patricia Montes Pimienta" userId="S::apmontesp@eafit.edu.co::9786d5c3-4483-4bfe-82f8-0628dc7daecc" providerId="AD" clId="Web-{83A13286-0B73-13E6-8FF8-DBC6691D0622}" dt="2026-02-20T15:48:58.697" v="8" actId="1076"/>
          <ac:picMkLst>
            <pc:docMk/>
            <pc:sldMk cId="1457770510" sldId="266"/>
            <ac:picMk id="5" creationId="{C611FE9C-0442-D263-CEDA-5F5925CD8B0F}"/>
          </ac:picMkLst>
        </pc:picChg>
        <pc:picChg chg="add">
          <ac:chgData name="Ana Patricia Montes Pimienta" userId="S::apmontesp@eafit.edu.co::9786d5c3-4483-4bfe-82f8-0628dc7daecc" providerId="AD" clId="Web-{83A13286-0B73-13E6-8FF8-DBC6691D0622}" dt="2026-02-20T15:49:39.214" v="15"/>
          <ac:picMkLst>
            <pc:docMk/>
            <pc:sldMk cId="1457770510" sldId="266"/>
            <ac:picMk id="7" creationId="{C34CC031-6C32-E313-69BF-B2EF00F39925}"/>
          </ac:picMkLst>
        </pc:picChg>
      </pc:sldChg>
      <pc:sldChg chg="ord">
        <pc:chgData name="Ana Patricia Montes Pimienta" userId="S::apmontesp@eafit.edu.co::9786d5c3-4483-4bfe-82f8-0628dc7daecc" providerId="AD" clId="Web-{83A13286-0B73-13E6-8FF8-DBC6691D0622}" dt="2026-02-20T13:48:52.675" v="1"/>
        <pc:sldMkLst>
          <pc:docMk/>
          <pc:sldMk cId="3200667451" sldId="271"/>
        </pc:sldMkLst>
      </pc:sldChg>
      <pc:sldChg chg="modSp ord">
        <pc:chgData name="Ana Patricia Montes Pimienta" userId="S::apmontesp@eafit.edu.co::9786d5c3-4483-4bfe-82f8-0628dc7daecc" providerId="AD" clId="Web-{83A13286-0B73-13E6-8FF8-DBC6691D0622}" dt="2026-02-20T13:57:25.225" v="5"/>
        <pc:sldMkLst>
          <pc:docMk/>
          <pc:sldMk cId="2231710657" sldId="280"/>
        </pc:sldMkLst>
        <pc:picChg chg="mod">
          <ac:chgData name="Ana Patricia Montes Pimienta" userId="S::apmontesp@eafit.edu.co::9786d5c3-4483-4bfe-82f8-0628dc7daecc" providerId="AD" clId="Web-{83A13286-0B73-13E6-8FF8-DBC6691D0622}" dt="2026-02-20T13:55:59.506" v="4" actId="1076"/>
          <ac:picMkLst>
            <pc:docMk/>
            <pc:sldMk cId="2231710657" sldId="280"/>
            <ac:picMk id="14" creationId="{844D5DCC-FCC5-A2A1-A369-86CD5BECDE5D}"/>
          </ac:picMkLst>
        </pc:picChg>
      </pc:sldChg>
    </pc:docChg>
  </pc:docChgLst>
  <pc:docChgLst>
    <pc:chgData name="Ana Patricia Montes Pimienta" userId="S::apmontesp@eafit.edu.co::9786d5c3-4483-4bfe-82f8-0628dc7daecc" providerId="AD" clId="Web-{1BCC1A39-1DF6-E29A-0E45-3C4996D4479C}"/>
    <pc:docChg chg="mod addSld delSld modSld sldOrd">
      <pc:chgData name="Ana Patricia Montes Pimienta" userId="S::apmontesp@eafit.edu.co::9786d5c3-4483-4bfe-82f8-0628dc7daecc" providerId="AD" clId="Web-{1BCC1A39-1DF6-E29A-0E45-3C4996D4479C}" dt="2026-02-17T17:20:47.329" v="239" actId="20577"/>
      <pc:docMkLst>
        <pc:docMk/>
      </pc:docMkLst>
      <pc:sldChg chg="modSp">
        <pc:chgData name="Ana Patricia Montes Pimienta" userId="S::apmontesp@eafit.edu.co::9786d5c3-4483-4bfe-82f8-0628dc7daecc" providerId="AD" clId="Web-{1BCC1A39-1DF6-E29A-0E45-3C4996D4479C}" dt="2026-02-17T17:20:47.329" v="239" actId="20577"/>
        <pc:sldMkLst>
          <pc:docMk/>
          <pc:sldMk cId="889425377" sldId="259"/>
        </pc:sldMkLst>
      </pc:sldChg>
      <pc:sldChg chg="addSp delSp modSp">
        <pc:chgData name="Ana Patricia Montes Pimienta" userId="S::apmontesp@eafit.edu.co::9786d5c3-4483-4bfe-82f8-0628dc7daecc" providerId="AD" clId="Web-{1BCC1A39-1DF6-E29A-0E45-3C4996D4479C}" dt="2026-02-17T14:38:03.999" v="64"/>
        <pc:sldMkLst>
          <pc:docMk/>
          <pc:sldMk cId="3612024982" sldId="260"/>
        </pc:sldMkLst>
        <pc:graphicFrameChg chg="mod modGraphic">
          <ac:chgData name="Ana Patricia Montes Pimienta" userId="S::apmontesp@eafit.edu.co::9786d5c3-4483-4bfe-82f8-0628dc7daecc" providerId="AD" clId="Web-{1BCC1A39-1DF6-E29A-0E45-3C4996D4479C}" dt="2026-02-17T14:38:03.999" v="64"/>
          <ac:graphicFrameMkLst>
            <pc:docMk/>
            <pc:sldMk cId="3612024982" sldId="260"/>
            <ac:graphicFrameMk id="13" creationId="{09E084A4-4121-FD22-414D-1C273963628B}"/>
          </ac:graphicFrameMkLst>
        </pc:graphicFrameChg>
      </pc:sldChg>
    </pc:docChg>
  </pc:docChgLst>
  <pc:docChgLst>
    <pc:chgData name="Johan Alexander Marin Restrepo" userId="024183f0-8ff5-4396-9915-47a329305779" providerId="ADAL" clId="{70877151-91B3-49E4-A108-FBC44D03CFCE}"/>
    <pc:docChg chg="undo custSel addSld modSld sldOrd">
      <pc:chgData name="Johan Alexander Marin Restrepo" userId="024183f0-8ff5-4396-9915-47a329305779" providerId="ADAL" clId="{70877151-91B3-49E4-A108-FBC44D03CFCE}" dt="2026-02-21T02:41:03.546" v="1730"/>
      <pc:docMkLst>
        <pc:docMk/>
      </pc:docMkLst>
      <pc:sldChg chg="addSp delSp modSp mod setBg addAnim delAnim">
        <pc:chgData name="Johan Alexander Marin Restrepo" userId="024183f0-8ff5-4396-9915-47a329305779" providerId="ADAL" clId="{70877151-91B3-49E4-A108-FBC44D03CFCE}" dt="2026-02-19T00:55:29.133" v="126" actId="20577"/>
        <pc:sldMkLst>
          <pc:docMk/>
          <pc:sldMk cId="2406273178" sldId="256"/>
        </pc:sldMkLst>
        <pc:spChg chg="mod">
          <ac:chgData name="Johan Alexander Marin Restrepo" userId="024183f0-8ff5-4396-9915-47a329305779" providerId="ADAL" clId="{70877151-91B3-49E4-A108-FBC44D03CFCE}" dt="2026-02-19T00:55:29.133" v="126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Johan Alexander Marin Restrepo" userId="024183f0-8ff5-4396-9915-47a329305779" providerId="ADAL" clId="{70877151-91B3-49E4-A108-FBC44D03CFCE}" dt="2026-02-19T00:54:31.994" v="112" actId="1076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Johan Alexander Marin Restrepo" userId="024183f0-8ff5-4396-9915-47a329305779" providerId="ADAL" clId="{70877151-91B3-49E4-A108-FBC44D03CFCE}" dt="2026-02-19T00:49:50.635" v="14" actId="26606"/>
          <ac:spMkLst>
            <pc:docMk/>
            <pc:sldMk cId="2406273178" sldId="256"/>
            <ac:spMk id="6" creationId="{6F5A5072-7B47-4D32-B52A-4EBBF590B8A5}"/>
          </ac:spMkLst>
        </pc:spChg>
        <pc:spChg chg="add">
          <ac:chgData name="Johan Alexander Marin Restrepo" userId="024183f0-8ff5-4396-9915-47a329305779" providerId="ADAL" clId="{70877151-91B3-49E4-A108-FBC44D03CFCE}" dt="2026-02-19T00:49:50.635" v="14" actId="26606"/>
          <ac:spMkLst>
            <pc:docMk/>
            <pc:sldMk cId="2406273178" sldId="256"/>
            <ac:spMk id="7" creationId="{9715DAF0-AE1B-46C9-8A6B-DB2AA05AB91D}"/>
          </ac:spMkLst>
        </pc:spChg>
        <pc:spChg chg="add">
          <ac:chgData name="Johan Alexander Marin Restrepo" userId="024183f0-8ff5-4396-9915-47a329305779" providerId="ADAL" clId="{70877151-91B3-49E4-A108-FBC44D03CFCE}" dt="2026-02-19T00:49:50.635" v="14" actId="26606"/>
          <ac:spMkLst>
            <pc:docMk/>
            <pc:sldMk cId="2406273178" sldId="256"/>
            <ac:spMk id="27" creationId="{6016219D-510E-4184-9090-6D5578A87BD1}"/>
          </ac:spMkLst>
        </pc:spChg>
        <pc:spChg chg="add">
          <ac:chgData name="Johan Alexander Marin Restrepo" userId="024183f0-8ff5-4396-9915-47a329305779" providerId="ADAL" clId="{70877151-91B3-49E4-A108-FBC44D03CFCE}" dt="2026-02-19T00:49:50.635" v="14" actId="26606"/>
          <ac:spMkLst>
            <pc:docMk/>
            <pc:sldMk cId="2406273178" sldId="256"/>
            <ac:spMk id="28" creationId="{AFF4A713-7B75-4B21-90D7-5AB19547C728}"/>
          </ac:spMkLst>
        </pc:spChg>
        <pc:spChg chg="add">
          <ac:chgData name="Johan Alexander Marin Restrepo" userId="024183f0-8ff5-4396-9915-47a329305779" providerId="ADAL" clId="{70877151-91B3-49E4-A108-FBC44D03CFCE}" dt="2026-02-19T00:49:50.635" v="14" actId="26606"/>
          <ac:spMkLst>
            <pc:docMk/>
            <pc:sldMk cId="2406273178" sldId="256"/>
            <ac:spMk id="29" creationId="{DC631C0B-6DA6-4E57-8231-CE32B3434A7E}"/>
          </ac:spMkLst>
        </pc:spChg>
        <pc:spChg chg="add">
          <ac:chgData name="Johan Alexander Marin Restrepo" userId="024183f0-8ff5-4396-9915-47a329305779" providerId="ADAL" clId="{70877151-91B3-49E4-A108-FBC44D03CFCE}" dt="2026-02-19T00:49:50.635" v="14" actId="26606"/>
          <ac:spMkLst>
            <pc:docMk/>
            <pc:sldMk cId="2406273178" sldId="256"/>
            <ac:spMk id="30" creationId="{C29501E6-A978-4A61-9689-9085AF97A53A}"/>
          </ac:spMkLst>
        </pc:spChg>
        <pc:spChg chg="add mod">
          <ac:chgData name="Johan Alexander Marin Restrepo" userId="024183f0-8ff5-4396-9915-47a329305779" providerId="ADAL" clId="{70877151-91B3-49E4-A108-FBC44D03CFCE}" dt="2026-02-19T00:54:45.684" v="118" actId="1076"/>
          <ac:spMkLst>
            <pc:docMk/>
            <pc:sldMk cId="2406273178" sldId="256"/>
            <ac:spMk id="34" creationId="{6AE9083A-3337-1B3D-12ED-2FA92E7DA5BA}"/>
          </ac:spMkLst>
        </pc:spChg>
        <pc:picChg chg="add mod">
          <ac:chgData name="Johan Alexander Marin Restrepo" userId="024183f0-8ff5-4396-9915-47a329305779" providerId="ADAL" clId="{70877151-91B3-49E4-A108-FBC44D03CFCE}" dt="2026-02-19T00:55:20.178" v="125" actId="1076"/>
          <ac:picMkLst>
            <pc:docMk/>
            <pc:sldMk cId="2406273178" sldId="256"/>
            <ac:picMk id="38" creationId="{F545A2FE-5AA4-D842-F59B-1E915EDD056B}"/>
          </ac:picMkLst>
        </pc:picChg>
        <pc:cxnChg chg="add mod">
          <ac:chgData name="Johan Alexander Marin Restrepo" userId="024183f0-8ff5-4396-9915-47a329305779" providerId="ADAL" clId="{70877151-91B3-49E4-A108-FBC44D03CFCE}" dt="2026-02-19T00:55:01.544" v="121" actId="1582"/>
          <ac:cxnSpMkLst>
            <pc:docMk/>
            <pc:sldMk cId="2406273178" sldId="256"/>
            <ac:cxnSpMk id="36" creationId="{4AEEA5DB-2E99-ABC9-C0F9-285F6DA7DC13}"/>
          </ac:cxnSpMkLst>
        </pc:cxnChg>
      </pc:sldChg>
      <pc:sldChg chg="addSp modSp mod">
        <pc:chgData name="Johan Alexander Marin Restrepo" userId="024183f0-8ff5-4396-9915-47a329305779" providerId="ADAL" clId="{70877151-91B3-49E4-A108-FBC44D03CFCE}" dt="2026-02-19T01:00:42.808" v="212" actId="208"/>
        <pc:sldMkLst>
          <pc:docMk/>
          <pc:sldMk cId="2056288396" sldId="258"/>
        </pc:sldMkLst>
        <pc:spChg chg="mod">
          <ac:chgData name="Johan Alexander Marin Restrepo" userId="024183f0-8ff5-4396-9915-47a329305779" providerId="ADAL" clId="{70877151-91B3-49E4-A108-FBC44D03CFCE}" dt="2026-02-19T00:51:03.082" v="61" actId="1076"/>
          <ac:spMkLst>
            <pc:docMk/>
            <pc:sldMk cId="2056288396" sldId="258"/>
            <ac:spMk id="2" creationId="{B2C0EE3D-EE56-6C8B-B654-7034E720F5C3}"/>
          </ac:spMkLst>
        </pc:spChg>
        <pc:spChg chg="mod">
          <ac:chgData name="Johan Alexander Marin Restrepo" userId="024183f0-8ff5-4396-9915-47a329305779" providerId="ADAL" clId="{70877151-91B3-49E4-A108-FBC44D03CFCE}" dt="2026-02-19T00:58:25.558" v="184" actId="1076"/>
          <ac:spMkLst>
            <pc:docMk/>
            <pc:sldMk cId="2056288396" sldId="258"/>
            <ac:spMk id="3" creationId="{2D34A2A8-F250-750D-EF5E-3DE37348A5D4}"/>
          </ac:spMkLst>
        </pc:spChg>
        <pc:spChg chg="add mod">
          <ac:chgData name="Johan Alexander Marin Restrepo" userId="024183f0-8ff5-4396-9915-47a329305779" providerId="ADAL" clId="{70877151-91B3-49E4-A108-FBC44D03CFCE}" dt="2026-02-19T00:58:51.778" v="191" actId="1076"/>
          <ac:spMkLst>
            <pc:docMk/>
            <pc:sldMk cId="2056288396" sldId="258"/>
            <ac:spMk id="4" creationId="{B56B2CA9-2F11-BAA9-DEE1-F75F4745C0EF}"/>
          </ac:spMkLst>
        </pc:spChg>
        <pc:spChg chg="mod">
          <ac:chgData name="Johan Alexander Marin Restrepo" userId="024183f0-8ff5-4396-9915-47a329305779" providerId="ADAL" clId="{70877151-91B3-49E4-A108-FBC44D03CFCE}" dt="2026-02-19T00:58:04.905" v="180" actId="790"/>
          <ac:spMkLst>
            <pc:docMk/>
            <pc:sldMk cId="2056288396" sldId="258"/>
            <ac:spMk id="10" creationId="{B46E0429-4E4A-CCB6-33BD-48B60A80F6EC}"/>
          </ac:spMkLst>
        </pc:spChg>
        <pc:spChg chg="mod">
          <ac:chgData name="Johan Alexander Marin Restrepo" userId="024183f0-8ff5-4396-9915-47a329305779" providerId="ADAL" clId="{70877151-91B3-49E4-A108-FBC44D03CFCE}" dt="2026-02-19T00:58:45.472" v="189" actId="1076"/>
          <ac:spMkLst>
            <pc:docMk/>
            <pc:sldMk cId="2056288396" sldId="258"/>
            <ac:spMk id="13" creationId="{E93F59C9-86C4-7B79-9606-AD38D055A63D}"/>
          </ac:spMkLst>
        </pc:spChg>
        <pc:spChg chg="mod">
          <ac:chgData name="Johan Alexander Marin Restrepo" userId="024183f0-8ff5-4396-9915-47a329305779" providerId="ADAL" clId="{70877151-91B3-49E4-A108-FBC44D03CFCE}" dt="2026-02-19T00:58:43.150" v="188" actId="1076"/>
          <ac:spMkLst>
            <pc:docMk/>
            <pc:sldMk cId="2056288396" sldId="258"/>
            <ac:spMk id="14" creationId="{E7C1A5A0-54C5-169C-7AB8-BCD52403C137}"/>
          </ac:spMkLst>
        </pc:spChg>
        <pc:spChg chg="add mod">
          <ac:chgData name="Johan Alexander Marin Restrepo" userId="024183f0-8ff5-4396-9915-47a329305779" providerId="ADAL" clId="{70877151-91B3-49E4-A108-FBC44D03CFCE}" dt="2026-02-19T00:59:18.940" v="195" actId="208"/>
          <ac:spMkLst>
            <pc:docMk/>
            <pc:sldMk cId="2056288396" sldId="258"/>
            <ac:spMk id="16" creationId="{608B20E2-50DD-223D-33E1-043B6E55DB54}"/>
          </ac:spMkLst>
        </pc:spChg>
        <pc:spChg chg="add mod">
          <ac:chgData name="Johan Alexander Marin Restrepo" userId="024183f0-8ff5-4396-9915-47a329305779" providerId="ADAL" clId="{70877151-91B3-49E4-A108-FBC44D03CFCE}" dt="2026-02-19T00:59:28.603" v="199" actId="1076"/>
          <ac:spMkLst>
            <pc:docMk/>
            <pc:sldMk cId="2056288396" sldId="258"/>
            <ac:spMk id="17" creationId="{9A48776F-25A0-F165-9DB0-37CF1B0285AD}"/>
          </ac:spMkLst>
        </pc:spChg>
        <pc:picChg chg="mod">
          <ac:chgData name="Johan Alexander Marin Restrepo" userId="024183f0-8ff5-4396-9915-47a329305779" providerId="ADAL" clId="{70877151-91B3-49E4-A108-FBC44D03CFCE}" dt="2026-02-19T01:00:42.808" v="212" actId="208"/>
          <ac:picMkLst>
            <pc:docMk/>
            <pc:sldMk cId="2056288396" sldId="258"/>
            <ac:picMk id="5" creationId="{B2C0DE99-AD2E-AA33-1D7D-F1B0219EE299}"/>
          </ac:picMkLst>
        </pc:picChg>
        <pc:picChg chg="mod">
          <ac:chgData name="Johan Alexander Marin Restrepo" userId="024183f0-8ff5-4396-9915-47a329305779" providerId="ADAL" clId="{70877151-91B3-49E4-A108-FBC44D03CFCE}" dt="2026-02-19T01:00:42.808" v="212" actId="208"/>
          <ac:picMkLst>
            <pc:docMk/>
            <pc:sldMk cId="2056288396" sldId="258"/>
            <ac:picMk id="6" creationId="{D4EC30AF-6266-B96F-F26B-1891D112242A}"/>
          </ac:picMkLst>
        </pc:picChg>
        <pc:picChg chg="mod">
          <ac:chgData name="Johan Alexander Marin Restrepo" userId="024183f0-8ff5-4396-9915-47a329305779" providerId="ADAL" clId="{70877151-91B3-49E4-A108-FBC44D03CFCE}" dt="2026-02-19T01:00:42.808" v="212" actId="208"/>
          <ac:picMkLst>
            <pc:docMk/>
            <pc:sldMk cId="2056288396" sldId="258"/>
            <ac:picMk id="7" creationId="{1DDFF045-C573-AF33-0635-468D0E93B268}"/>
          </ac:picMkLst>
        </pc:picChg>
        <pc:picChg chg="mod">
          <ac:chgData name="Johan Alexander Marin Restrepo" userId="024183f0-8ff5-4396-9915-47a329305779" providerId="ADAL" clId="{70877151-91B3-49E4-A108-FBC44D03CFCE}" dt="2026-02-19T01:00:42.808" v="212" actId="208"/>
          <ac:picMkLst>
            <pc:docMk/>
            <pc:sldMk cId="2056288396" sldId="258"/>
            <ac:picMk id="8" creationId="{34F71C6E-5039-D4C6-48B9-57BE8E191ACF}"/>
          </ac:picMkLst>
        </pc:picChg>
        <pc:picChg chg="mod">
          <ac:chgData name="Johan Alexander Marin Restrepo" userId="024183f0-8ff5-4396-9915-47a329305779" providerId="ADAL" clId="{70877151-91B3-49E4-A108-FBC44D03CFCE}" dt="2026-02-19T01:00:42.808" v="212" actId="208"/>
          <ac:picMkLst>
            <pc:docMk/>
            <pc:sldMk cId="2056288396" sldId="258"/>
            <ac:picMk id="11" creationId="{5149D920-FB99-9847-3633-2F98F70FDB80}"/>
          </ac:picMkLst>
        </pc:picChg>
        <pc:picChg chg="add mod">
          <ac:chgData name="Johan Alexander Marin Restrepo" userId="024183f0-8ff5-4396-9915-47a329305779" providerId="ADAL" clId="{70877151-91B3-49E4-A108-FBC44D03CFCE}" dt="2026-02-19T00:58:56.438" v="192"/>
          <ac:picMkLst>
            <pc:docMk/>
            <pc:sldMk cId="2056288396" sldId="258"/>
            <ac:picMk id="15" creationId="{FB7F2204-D8EF-D82C-EE6B-711F44907C0C}"/>
          </ac:picMkLst>
        </pc:picChg>
        <pc:cxnChg chg="add">
          <ac:chgData name="Johan Alexander Marin Restrepo" userId="024183f0-8ff5-4396-9915-47a329305779" providerId="ADAL" clId="{70877151-91B3-49E4-A108-FBC44D03CFCE}" dt="2026-02-19T00:59:36.876" v="200" actId="11529"/>
          <ac:cxnSpMkLst>
            <pc:docMk/>
            <pc:sldMk cId="2056288396" sldId="258"/>
            <ac:cxnSpMk id="19" creationId="{D185193D-621E-5B3C-183B-E88C69CCE7DE}"/>
          </ac:cxnSpMkLst>
        </pc:cxnChg>
      </pc:sldChg>
      <pc:sldChg chg="addSp modSp mod">
        <pc:chgData name="Johan Alexander Marin Restrepo" userId="024183f0-8ff5-4396-9915-47a329305779" providerId="ADAL" clId="{70877151-91B3-49E4-A108-FBC44D03CFCE}" dt="2026-02-19T01:05:34.395" v="272" actId="108"/>
        <pc:sldMkLst>
          <pc:docMk/>
          <pc:sldMk cId="889425377" sldId="259"/>
        </pc:sldMkLst>
        <pc:spChg chg="add mod">
          <ac:chgData name="Johan Alexander Marin Restrepo" userId="024183f0-8ff5-4396-9915-47a329305779" providerId="ADAL" clId="{70877151-91B3-49E4-A108-FBC44D03CFCE}" dt="2026-02-19T00:59:59.347" v="204" actId="1076"/>
          <ac:spMkLst>
            <pc:docMk/>
            <pc:sldMk cId="889425377" sldId="259"/>
            <ac:spMk id="5" creationId="{7048CB9F-17CF-07D6-3EA6-498CB4C3AAE6}"/>
          </ac:spMkLst>
        </pc:spChg>
        <pc:spChg chg="add mod">
          <ac:chgData name="Johan Alexander Marin Restrepo" userId="024183f0-8ff5-4396-9915-47a329305779" providerId="ADAL" clId="{70877151-91B3-49E4-A108-FBC44D03CFCE}" dt="2026-02-19T01:00:23.110" v="209" actId="20577"/>
          <ac:spMkLst>
            <pc:docMk/>
            <pc:sldMk cId="889425377" sldId="259"/>
            <ac:spMk id="6" creationId="{5AAFF84B-FD3D-5D2C-5FE2-7F80F2DB3887}"/>
          </ac:spMkLst>
        </pc:spChg>
        <pc:picChg chg="add mod">
          <ac:chgData name="Johan Alexander Marin Restrepo" userId="024183f0-8ff5-4396-9915-47a329305779" providerId="ADAL" clId="{70877151-91B3-49E4-A108-FBC44D03CFCE}" dt="2026-02-19T01:00:31.405" v="210"/>
          <ac:picMkLst>
            <pc:docMk/>
            <pc:sldMk cId="889425377" sldId="259"/>
            <ac:picMk id="7" creationId="{A2F32B3A-8C50-1245-C02D-3ED4F37B4EE7}"/>
          </ac:picMkLst>
        </pc:picChg>
      </pc:sldChg>
      <pc:sldChg chg="addSp modSp mod">
        <pc:chgData name="Johan Alexander Marin Restrepo" userId="024183f0-8ff5-4396-9915-47a329305779" providerId="ADAL" clId="{70877151-91B3-49E4-A108-FBC44D03CFCE}" dt="2026-02-19T01:05:49.981" v="275"/>
        <pc:sldMkLst>
          <pc:docMk/>
          <pc:sldMk cId="3612024982" sldId="260"/>
        </pc:sldMkLst>
        <pc:spChg chg="mod">
          <ac:chgData name="Johan Alexander Marin Restrepo" userId="024183f0-8ff5-4396-9915-47a329305779" providerId="ADAL" clId="{70877151-91B3-49E4-A108-FBC44D03CFCE}" dt="2026-02-19T01:05:38.503" v="273" actId="108"/>
          <ac:spMkLst>
            <pc:docMk/>
            <pc:sldMk cId="3612024982" sldId="260"/>
            <ac:spMk id="2" creationId="{8DF68DFB-8D39-7D68-826E-1669930F3567}"/>
          </ac:spMkLst>
        </pc:spChg>
        <pc:spChg chg="mod">
          <ac:chgData name="Johan Alexander Marin Restrepo" userId="024183f0-8ff5-4396-9915-47a329305779" providerId="ADAL" clId="{70877151-91B3-49E4-A108-FBC44D03CFCE}" dt="2026-02-19T01:01:31.779" v="213" actId="108"/>
          <ac:spMkLst>
            <pc:docMk/>
            <pc:sldMk cId="3612024982" sldId="260"/>
            <ac:spMk id="3" creationId="{EBBCCFE8-07D8-8973-853A-452018EDC51D}"/>
          </ac:spMkLst>
        </pc:spChg>
        <pc:spChg chg="add mod">
          <ac:chgData name="Johan Alexander Marin Restrepo" userId="024183f0-8ff5-4396-9915-47a329305779" providerId="ADAL" clId="{70877151-91B3-49E4-A108-FBC44D03CFCE}" dt="2026-02-19T01:01:47.569" v="216" actId="1076"/>
          <ac:spMkLst>
            <pc:docMk/>
            <pc:sldMk cId="3612024982" sldId="260"/>
            <ac:spMk id="4" creationId="{E24AA8B9-B092-0A35-904E-F93699E6A2CB}"/>
          </ac:spMkLst>
        </pc:spChg>
        <pc:spChg chg="mod">
          <ac:chgData name="Johan Alexander Marin Restrepo" userId="024183f0-8ff5-4396-9915-47a329305779" providerId="ADAL" clId="{70877151-91B3-49E4-A108-FBC44D03CFCE}" dt="2026-02-19T01:02:15.425" v="258" actId="1076"/>
          <ac:spMkLst>
            <pc:docMk/>
            <pc:sldMk cId="3612024982" sldId="260"/>
            <ac:spMk id="8" creationId="{B0FF9CF0-BEDB-88F1-0906-30F2509AC0BD}"/>
          </ac:spMkLst>
        </pc:spChg>
        <pc:graphicFrameChg chg="mod modGraphic">
          <ac:chgData name="Johan Alexander Marin Restrepo" userId="024183f0-8ff5-4396-9915-47a329305779" providerId="ADAL" clId="{70877151-91B3-49E4-A108-FBC44D03CFCE}" dt="2026-02-19T01:05:49.981" v="275"/>
          <ac:graphicFrameMkLst>
            <pc:docMk/>
            <pc:sldMk cId="3612024982" sldId="260"/>
            <ac:graphicFrameMk id="13" creationId="{09E084A4-4121-FD22-414D-1C273963628B}"/>
          </ac:graphicFrameMkLst>
        </pc:graphicFrameChg>
        <pc:picChg chg="mod">
          <ac:chgData name="Johan Alexander Marin Restrepo" userId="024183f0-8ff5-4396-9915-47a329305779" providerId="ADAL" clId="{70877151-91B3-49E4-A108-FBC44D03CFCE}" dt="2026-02-19T01:04:35.409" v="267" actId="208"/>
          <ac:picMkLst>
            <pc:docMk/>
            <pc:sldMk cId="3612024982" sldId="260"/>
            <ac:picMk id="5" creationId="{094EFF26-1737-4CF7-8370-AC03D7EDBB3C}"/>
          </ac:picMkLst>
        </pc:picChg>
        <pc:picChg chg="add mod">
          <ac:chgData name="Johan Alexander Marin Restrepo" userId="024183f0-8ff5-4396-9915-47a329305779" providerId="ADAL" clId="{70877151-91B3-49E4-A108-FBC44D03CFCE}" dt="2026-02-19T01:03:22.507" v="259"/>
          <ac:picMkLst>
            <pc:docMk/>
            <pc:sldMk cId="3612024982" sldId="260"/>
            <ac:picMk id="7" creationId="{B49FEDB5-46D0-FAFA-003C-03BB441F4F11}"/>
          </ac:picMkLst>
        </pc:picChg>
      </pc:sldChg>
      <pc:sldChg chg="addSp modSp mod">
        <pc:chgData name="Johan Alexander Marin Restrepo" userId="024183f0-8ff5-4396-9915-47a329305779" providerId="ADAL" clId="{70877151-91B3-49E4-A108-FBC44D03CFCE}" dt="2026-02-19T01:07:59.539" v="314" actId="208"/>
        <pc:sldMkLst>
          <pc:docMk/>
          <pc:sldMk cId="2003528235" sldId="261"/>
        </pc:sldMkLst>
        <pc:spChg chg="add mod">
          <ac:chgData name="Johan Alexander Marin Restrepo" userId="024183f0-8ff5-4396-9915-47a329305779" providerId="ADAL" clId="{70877151-91B3-49E4-A108-FBC44D03CFCE}" dt="2026-02-19T01:07:41.773" v="311" actId="1076"/>
          <ac:spMkLst>
            <pc:docMk/>
            <pc:sldMk cId="2003528235" sldId="261"/>
            <ac:spMk id="5" creationId="{3EF746D2-7748-D4C2-DA35-D46674BA786C}"/>
          </ac:spMkLst>
        </pc:spChg>
        <pc:graphicFrameChg chg="mod modGraphic">
          <ac:chgData name="Johan Alexander Marin Restrepo" userId="024183f0-8ff5-4396-9915-47a329305779" providerId="ADAL" clId="{70877151-91B3-49E4-A108-FBC44D03CFCE}" dt="2026-02-19T01:06:50.013" v="285" actId="12385"/>
          <ac:graphicFrameMkLst>
            <pc:docMk/>
            <pc:sldMk cId="2003528235" sldId="261"/>
            <ac:graphicFrameMk id="7" creationId="{6BCA8A7C-9E89-14AA-F454-D647DFFA2630}"/>
          </ac:graphicFrameMkLst>
        </pc:graphicFrameChg>
        <pc:picChg chg="add mod">
          <ac:chgData name="Johan Alexander Marin Restrepo" userId="024183f0-8ff5-4396-9915-47a329305779" providerId="ADAL" clId="{70877151-91B3-49E4-A108-FBC44D03CFCE}" dt="2026-02-19T01:05:05.972" v="268"/>
          <ac:picMkLst>
            <pc:docMk/>
            <pc:sldMk cId="2003528235" sldId="261"/>
            <ac:picMk id="4" creationId="{2ABCCD76-EBBB-9D0D-A77D-6E4C32C18BA8}"/>
          </ac:picMkLst>
        </pc:picChg>
        <pc:picChg chg="mod">
          <ac:chgData name="Johan Alexander Marin Restrepo" userId="024183f0-8ff5-4396-9915-47a329305779" providerId="ADAL" clId="{70877151-91B3-49E4-A108-FBC44D03CFCE}" dt="2026-02-19T01:07:59.539" v="314" actId="208"/>
          <ac:picMkLst>
            <pc:docMk/>
            <pc:sldMk cId="2003528235" sldId="261"/>
            <ac:picMk id="6" creationId="{7917E106-63EB-881C-F297-FC09B3FA5D71}"/>
          </ac:picMkLst>
        </pc:picChg>
      </pc:sldChg>
      <pc:sldChg chg="addSp delSp modSp mod">
        <pc:chgData name="Johan Alexander Marin Restrepo" userId="024183f0-8ff5-4396-9915-47a329305779" providerId="ADAL" clId="{70877151-91B3-49E4-A108-FBC44D03CFCE}" dt="2026-02-19T01:21:57.855" v="503"/>
        <pc:sldMkLst>
          <pc:docMk/>
          <pc:sldMk cId="3963734163" sldId="262"/>
        </pc:sldMkLst>
        <pc:spChg chg="add mod">
          <ac:chgData name="Johan Alexander Marin Restrepo" userId="024183f0-8ff5-4396-9915-47a329305779" providerId="ADAL" clId="{70877151-91B3-49E4-A108-FBC44D03CFCE}" dt="2026-02-19T01:09:38.226" v="342" actId="5793"/>
          <ac:spMkLst>
            <pc:docMk/>
            <pc:sldMk cId="3963734163" sldId="262"/>
            <ac:spMk id="8" creationId="{9C3F6BAE-965A-88EB-65F2-BCC6E961CE44}"/>
          </ac:spMkLst>
        </pc:spChg>
        <pc:spChg chg="add mod">
          <ac:chgData name="Johan Alexander Marin Restrepo" userId="024183f0-8ff5-4396-9915-47a329305779" providerId="ADAL" clId="{70877151-91B3-49E4-A108-FBC44D03CFCE}" dt="2026-02-19T01:09:50.246" v="346" actId="20577"/>
          <ac:spMkLst>
            <pc:docMk/>
            <pc:sldMk cId="3963734163" sldId="262"/>
            <ac:spMk id="9" creationId="{751035E8-820E-A818-79CC-9BD7055C5F70}"/>
          </ac:spMkLst>
        </pc:spChg>
        <pc:picChg chg="add mod">
          <ac:chgData name="Johan Alexander Marin Restrepo" userId="024183f0-8ff5-4396-9915-47a329305779" providerId="ADAL" clId="{70877151-91B3-49E4-A108-FBC44D03CFCE}" dt="2026-02-19T01:12:49.847" v="396" actId="208"/>
          <ac:picMkLst>
            <pc:docMk/>
            <pc:sldMk cId="3963734163" sldId="262"/>
            <ac:picMk id="13" creationId="{7DFEC0D9-0EF7-4D67-6C92-1B353C6295FF}"/>
          </ac:picMkLst>
        </pc:picChg>
        <pc:picChg chg="add mod">
          <ac:chgData name="Johan Alexander Marin Restrepo" userId="024183f0-8ff5-4396-9915-47a329305779" providerId="ADAL" clId="{70877151-91B3-49E4-A108-FBC44D03CFCE}" dt="2026-02-19T01:21:57.855" v="503"/>
          <ac:picMkLst>
            <pc:docMk/>
            <pc:sldMk cId="3963734163" sldId="262"/>
            <ac:picMk id="21" creationId="{55DFCCD4-32A7-4F65-E67A-BCA96D945894}"/>
          </ac:picMkLst>
        </pc:picChg>
      </pc:sldChg>
      <pc:sldChg chg="addSp delSp modSp mod modCm">
        <pc:chgData name="Johan Alexander Marin Restrepo" userId="024183f0-8ff5-4396-9915-47a329305779" providerId="ADAL" clId="{70877151-91B3-49E4-A108-FBC44D03CFCE}" dt="2026-02-21T02:34:24.800" v="1728" actId="13926"/>
        <pc:sldMkLst>
          <pc:docMk/>
          <pc:sldMk cId="3340082581" sldId="264"/>
        </pc:sldMkLst>
        <pc:spChg chg="add mod">
          <ac:chgData name="Johan Alexander Marin Restrepo" userId="024183f0-8ff5-4396-9915-47a329305779" providerId="ADAL" clId="{70877151-91B3-49E4-A108-FBC44D03CFCE}" dt="2026-02-19T02:07:44.641" v="1069" actId="20577"/>
          <ac:spMkLst>
            <pc:docMk/>
            <pc:sldMk cId="3340082581" sldId="264"/>
            <ac:spMk id="8" creationId="{4AEFC472-F91D-B8BE-2361-4C734A622A4B}"/>
          </ac:spMkLst>
        </pc:spChg>
        <pc:spChg chg="add mod">
          <ac:chgData name="Johan Alexander Marin Restrepo" userId="024183f0-8ff5-4396-9915-47a329305779" providerId="ADAL" clId="{70877151-91B3-49E4-A108-FBC44D03CFCE}" dt="2026-02-19T02:08:51.167" v="1107" actId="1076"/>
          <ac:spMkLst>
            <pc:docMk/>
            <pc:sldMk cId="3340082581" sldId="264"/>
            <ac:spMk id="10" creationId="{4B4613BB-4FF4-D36A-EF68-89A31B8F4A16}"/>
          </ac:spMkLst>
        </pc:spChg>
        <pc:spChg chg="add del mod">
          <ac:chgData name="Johan Alexander Marin Restrepo" userId="024183f0-8ff5-4396-9915-47a329305779" providerId="ADAL" clId="{70877151-91B3-49E4-A108-FBC44D03CFCE}" dt="2026-02-20T01:14:16.282" v="1661" actId="478"/>
          <ac:spMkLst>
            <pc:docMk/>
            <pc:sldMk cId="3340082581" sldId="264"/>
            <ac:spMk id="12" creationId="{FD241421-1713-7C91-EC1C-656533103FA3}"/>
          </ac:spMkLst>
        </pc:spChg>
        <pc:spChg chg="mod">
          <ac:chgData name="Johan Alexander Marin Restrepo" userId="024183f0-8ff5-4396-9915-47a329305779" providerId="ADAL" clId="{70877151-91B3-49E4-A108-FBC44D03CFCE}" dt="2026-02-21T02:34:24.800" v="1728" actId="13926"/>
          <ac:spMkLst>
            <pc:docMk/>
            <pc:sldMk cId="3340082581" sldId="264"/>
            <ac:spMk id="21" creationId="{28163785-866A-9121-D760-4F1B77818D87}"/>
          </ac:spMkLst>
        </pc:spChg>
        <pc:picChg chg="mod">
          <ac:chgData name="Johan Alexander Marin Restrepo" userId="024183f0-8ff5-4396-9915-47a329305779" providerId="ADAL" clId="{70877151-91B3-49E4-A108-FBC44D03CFCE}" dt="2026-02-19T02:08:47.672" v="1106" actId="1076"/>
          <ac:picMkLst>
            <pc:docMk/>
            <pc:sldMk cId="3340082581" sldId="264"/>
            <ac:picMk id="4" creationId="{28E80222-AA99-F6CB-DF48-835CE050C7E2}"/>
          </ac:picMkLst>
        </pc:picChg>
        <pc:picChg chg="add del mod">
          <ac:chgData name="Johan Alexander Marin Restrepo" userId="024183f0-8ff5-4396-9915-47a329305779" providerId="ADAL" clId="{70877151-91B3-49E4-A108-FBC44D03CFCE}" dt="2026-02-20T01:14:12.302" v="1660" actId="478"/>
          <ac:picMkLst>
            <pc:docMk/>
            <pc:sldMk cId="3340082581" sldId="264"/>
            <ac:picMk id="5" creationId="{0F8AC523-D783-0612-3C28-0DB20399A35D}"/>
          </ac:picMkLst>
        </pc:picChg>
        <pc:picChg chg="add mod">
          <ac:chgData name="Johan Alexander Marin Restrepo" userId="024183f0-8ff5-4396-9915-47a329305779" providerId="ADAL" clId="{70877151-91B3-49E4-A108-FBC44D03CFCE}" dt="2026-02-19T01:46:58.214" v="701"/>
          <ac:picMkLst>
            <pc:docMk/>
            <pc:sldMk cId="3340082581" sldId="264"/>
            <ac:picMk id="6" creationId="{A992A90A-F859-3BA4-8CCF-A0EE808C24E6}"/>
          </ac:picMkLst>
        </pc:picChg>
        <pc:picChg chg="add mod">
          <ac:chgData name="Johan Alexander Marin Restrepo" userId="024183f0-8ff5-4396-9915-47a329305779" providerId="ADAL" clId="{70877151-91B3-49E4-A108-FBC44D03CFCE}" dt="2026-02-20T01:14:36.909" v="1672" actId="208"/>
          <ac:picMkLst>
            <pc:docMk/>
            <pc:sldMk cId="3340082581" sldId="264"/>
            <ac:picMk id="14" creationId="{0B51A2E4-BE72-0D7D-CC41-030245035802}"/>
          </ac:picMkLst>
        </pc:pic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Johan Alexander Marin Restrepo" userId="024183f0-8ff5-4396-9915-47a329305779" providerId="ADAL" clId="{70877151-91B3-49E4-A108-FBC44D03CFCE}" dt="2026-02-20T01:12:20.596" v="1633" actId="478"/>
              <pc2:cmMkLst xmlns:pc2="http://schemas.microsoft.com/office/powerpoint/2019/9/main/command">
                <pc:docMk/>
                <pc:sldMk cId="3340082581" sldId="264"/>
                <pc2:cmMk id="{3CC141EA-9F2F-4751-A302-DF4A94A05CCD}"/>
              </pc2:cmMkLst>
            </pc226:cmChg>
          </p:ext>
        </pc:extLst>
      </pc:sldChg>
      <pc:sldChg chg="addSp modSp mod">
        <pc:chgData name="Johan Alexander Marin Restrepo" userId="024183f0-8ff5-4396-9915-47a329305779" providerId="ADAL" clId="{70877151-91B3-49E4-A108-FBC44D03CFCE}" dt="2026-02-20T01:11:24.605" v="1630" actId="115"/>
        <pc:sldMkLst>
          <pc:docMk/>
          <pc:sldMk cId="2464463669" sldId="265"/>
        </pc:sldMkLst>
        <pc:spChg chg="add mod">
          <ac:chgData name="Johan Alexander Marin Restrepo" userId="024183f0-8ff5-4396-9915-47a329305779" providerId="ADAL" clId="{70877151-91B3-49E4-A108-FBC44D03CFCE}" dt="2026-02-19T02:11:19.591" v="1176" actId="207"/>
          <ac:spMkLst>
            <pc:docMk/>
            <pc:sldMk cId="2464463669" sldId="265"/>
            <ac:spMk id="4" creationId="{C0F12000-6344-CB7C-F8AE-E3B505660421}"/>
          </ac:spMkLst>
        </pc:spChg>
        <pc:spChg chg="add mod">
          <ac:chgData name="Johan Alexander Marin Restrepo" userId="024183f0-8ff5-4396-9915-47a329305779" providerId="ADAL" clId="{70877151-91B3-49E4-A108-FBC44D03CFCE}" dt="2026-02-20T01:11:24.605" v="1630" actId="115"/>
          <ac:spMkLst>
            <pc:docMk/>
            <pc:sldMk cId="2464463669" sldId="265"/>
            <ac:spMk id="14" creationId="{F38C0789-44EC-EEAE-0740-5D80C2068A5D}"/>
          </ac:spMkLst>
        </pc:spChg>
        <pc:picChg chg="mod">
          <ac:chgData name="Johan Alexander Marin Restrepo" userId="024183f0-8ff5-4396-9915-47a329305779" providerId="ADAL" clId="{70877151-91B3-49E4-A108-FBC44D03CFCE}" dt="2026-02-19T02:11:05.227" v="1174" actId="208"/>
          <ac:picMkLst>
            <pc:docMk/>
            <pc:sldMk cId="2464463669" sldId="265"/>
            <ac:picMk id="6" creationId="{F3B416B0-EAF8-0AEF-72CF-89E6648E0455}"/>
          </ac:picMkLst>
        </pc:picChg>
        <pc:picChg chg="mod">
          <ac:chgData name="Johan Alexander Marin Restrepo" userId="024183f0-8ff5-4396-9915-47a329305779" providerId="ADAL" clId="{70877151-91B3-49E4-A108-FBC44D03CFCE}" dt="2026-02-19T02:10:57.372" v="1171" actId="208"/>
          <ac:picMkLst>
            <pc:docMk/>
            <pc:sldMk cId="2464463669" sldId="265"/>
            <ac:picMk id="7" creationId="{C461B764-7BB3-6951-56C4-C99A5E951998}"/>
          </ac:picMkLst>
        </pc:picChg>
        <pc:picChg chg="add mod">
          <ac:chgData name="Johan Alexander Marin Restrepo" userId="024183f0-8ff5-4396-9915-47a329305779" providerId="ADAL" clId="{70877151-91B3-49E4-A108-FBC44D03CFCE}" dt="2026-02-19T02:13:04.114" v="1187"/>
          <ac:picMkLst>
            <pc:docMk/>
            <pc:sldMk cId="2464463669" sldId="265"/>
            <ac:picMk id="13" creationId="{D4AFE347-9D21-414E-08A1-BE6184BB5688}"/>
          </ac:picMkLst>
        </pc:picChg>
        <pc:cxnChg chg="add mod">
          <ac:chgData name="Johan Alexander Marin Restrepo" userId="024183f0-8ff5-4396-9915-47a329305779" providerId="ADAL" clId="{70877151-91B3-49E4-A108-FBC44D03CFCE}" dt="2026-02-19T02:11:36.557" v="1178" actId="14100"/>
          <ac:cxnSpMkLst>
            <pc:docMk/>
            <pc:sldMk cId="2464463669" sldId="265"/>
            <ac:cxnSpMk id="8" creationId="{B89D37E5-C74E-AA96-46A9-805CC1422E7E}"/>
          </ac:cxnSpMkLst>
        </pc:cxnChg>
      </pc:sldChg>
      <pc:sldChg chg="addSp delSp modSp mod">
        <pc:chgData name="Johan Alexander Marin Restrepo" userId="024183f0-8ff5-4396-9915-47a329305779" providerId="ADAL" clId="{70877151-91B3-49E4-A108-FBC44D03CFCE}" dt="2026-02-20T14:48:39.369" v="1678" actId="20577"/>
        <pc:sldMkLst>
          <pc:docMk/>
          <pc:sldMk cId="3372078286" sldId="269"/>
        </pc:sldMkLst>
        <pc:spChg chg="add mod">
          <ac:chgData name="Johan Alexander Marin Restrepo" userId="024183f0-8ff5-4396-9915-47a329305779" providerId="ADAL" clId="{70877151-91B3-49E4-A108-FBC44D03CFCE}" dt="2026-02-20T14:48:39.369" v="1678" actId="20577"/>
          <ac:spMkLst>
            <pc:docMk/>
            <pc:sldMk cId="3372078286" sldId="269"/>
            <ac:spMk id="7" creationId="{CFB436E0-B700-02EE-79CA-6AEE7C6B47EF}"/>
          </ac:spMkLst>
        </pc:spChg>
      </pc:sldChg>
      <pc:sldChg chg="addSp delSp modSp add mod ord">
        <pc:chgData name="Johan Alexander Marin Restrepo" userId="024183f0-8ff5-4396-9915-47a329305779" providerId="ADAL" clId="{70877151-91B3-49E4-A108-FBC44D03CFCE}" dt="2026-02-20T01:11:47.224" v="1631" actId="108"/>
        <pc:sldMkLst>
          <pc:docMk/>
          <pc:sldMk cId="1161038266" sldId="281"/>
        </pc:sldMkLst>
        <pc:spChg chg="mod">
          <ac:chgData name="Johan Alexander Marin Restrepo" userId="024183f0-8ff5-4396-9915-47a329305779" providerId="ADAL" clId="{70877151-91B3-49E4-A108-FBC44D03CFCE}" dt="2026-02-20T01:11:47.224" v="1631" actId="108"/>
          <ac:spMkLst>
            <pc:docMk/>
            <pc:sldMk cId="1161038266" sldId="281"/>
            <ac:spMk id="2" creationId="{937E32FE-A8B4-AE33-4A7A-615E0580F13D}"/>
          </ac:spMkLst>
        </pc:spChg>
      </pc:sldChg>
      <pc:sldChg chg="add ord">
        <pc:chgData name="Johan Alexander Marin Restrepo" userId="024183f0-8ff5-4396-9915-47a329305779" providerId="ADAL" clId="{70877151-91B3-49E4-A108-FBC44D03CFCE}" dt="2026-02-20T14:39:41.848" v="1675"/>
        <pc:sldMkLst>
          <pc:docMk/>
          <pc:sldMk cId="2696883834" sldId="282"/>
        </pc:sldMkLst>
      </pc:sldChg>
      <pc:sldChg chg="addSp delSp modSp mod">
        <pc:chgData name="Johan Alexander Marin Restrepo" userId="024183f0-8ff5-4396-9915-47a329305779" providerId="ADAL" clId="{70877151-91B3-49E4-A108-FBC44D03CFCE}" dt="2026-02-21T02:33:29.279" v="1706" actId="20577"/>
        <pc:sldMkLst>
          <pc:docMk/>
          <pc:sldMk cId="2132267811" sldId="283"/>
        </pc:sldMkLst>
        <pc:spChg chg="mod">
          <ac:chgData name="Johan Alexander Marin Restrepo" userId="024183f0-8ff5-4396-9915-47a329305779" providerId="ADAL" clId="{70877151-91B3-49E4-A108-FBC44D03CFCE}" dt="2026-02-21T02:33:29.279" v="1706" actId="20577"/>
          <ac:spMkLst>
            <pc:docMk/>
            <pc:sldMk cId="2132267811" sldId="283"/>
            <ac:spMk id="5" creationId="{9CF9A142-206F-30F9-C2F0-F13292C452CB}"/>
          </ac:spMkLst>
        </pc:spChg>
        <pc:picChg chg="add del mod ord">
          <ac:chgData name="Johan Alexander Marin Restrepo" userId="024183f0-8ff5-4396-9915-47a329305779" providerId="ADAL" clId="{70877151-91B3-49E4-A108-FBC44D03CFCE}" dt="2026-02-21T02:32:26.924" v="1691" actId="478"/>
          <ac:picMkLst>
            <pc:docMk/>
            <pc:sldMk cId="2132267811" sldId="283"/>
            <ac:picMk id="3" creationId="{DA0E1AE1-56C7-F029-7827-C4E312937384}"/>
          </ac:picMkLst>
        </pc:picChg>
        <pc:picChg chg="add mod ord">
          <ac:chgData name="Johan Alexander Marin Restrepo" userId="024183f0-8ff5-4396-9915-47a329305779" providerId="ADAL" clId="{70877151-91B3-49E4-A108-FBC44D03CFCE}" dt="2026-02-21T02:33:19.716" v="1700" actId="1076"/>
          <ac:picMkLst>
            <pc:docMk/>
            <pc:sldMk cId="2132267811" sldId="283"/>
            <ac:picMk id="6" creationId="{D32CA800-3FC8-D1BE-0769-3B9BF853DC0F}"/>
          </ac:picMkLst>
        </pc:picChg>
        <pc:picChg chg="add mod">
          <ac:chgData name="Johan Alexander Marin Restrepo" userId="024183f0-8ff5-4396-9915-47a329305779" providerId="ADAL" clId="{70877151-91B3-49E4-A108-FBC44D03CFCE}" dt="2026-02-21T02:33:14.457" v="1699" actId="1076"/>
          <ac:picMkLst>
            <pc:docMk/>
            <pc:sldMk cId="2132267811" sldId="283"/>
            <ac:picMk id="9" creationId="{AA12F31F-157F-3626-B180-046258864BD6}"/>
          </ac:picMkLst>
        </pc:picChg>
      </pc:sldChg>
      <pc:sldChg chg="modSp mod">
        <pc:chgData name="Johan Alexander Marin Restrepo" userId="024183f0-8ff5-4396-9915-47a329305779" providerId="ADAL" clId="{70877151-91B3-49E4-A108-FBC44D03CFCE}" dt="2026-02-21T02:41:03.546" v="1730"/>
        <pc:sldMkLst>
          <pc:docMk/>
          <pc:sldMk cId="427804158" sldId="302"/>
        </pc:sldMkLst>
        <pc:spChg chg="mod">
          <ac:chgData name="Johan Alexander Marin Restrepo" userId="024183f0-8ff5-4396-9915-47a329305779" providerId="ADAL" clId="{70877151-91B3-49E4-A108-FBC44D03CFCE}" dt="2026-02-21T02:41:03.546" v="1730"/>
          <ac:spMkLst>
            <pc:docMk/>
            <pc:sldMk cId="427804158" sldId="302"/>
            <ac:spMk id="4" creationId="{A73950D8-1054-EBB4-83CE-8298627CE516}"/>
          </ac:spMkLst>
        </pc:spChg>
      </pc:sldChg>
    </pc:docChg>
  </pc:docChgLst>
  <pc:docChgLst>
    <pc:chgData name="Ana Patricia Montes Pimienta" userId="S::apmontesp@eafit.edu.co::9786d5c3-4483-4bfe-82f8-0628dc7daecc" providerId="AD" clId="Web-{5373164E-EB43-2F16-6D21-D391951302C9}"/>
    <pc:docChg chg="modSld sldOrd">
      <pc:chgData name="Ana Patricia Montes Pimienta" userId="S::apmontesp@eafit.edu.co::9786d5c3-4483-4bfe-82f8-0628dc7daecc" providerId="AD" clId="Web-{5373164E-EB43-2F16-6D21-D391951302C9}" dt="2026-02-19T20:12:01.672" v="33" actId="20577"/>
      <pc:docMkLst>
        <pc:docMk/>
      </pc:docMkLst>
      <pc:sldChg chg="ord">
        <pc:chgData name="Ana Patricia Montes Pimienta" userId="S::apmontesp@eafit.edu.co::9786d5c3-4483-4bfe-82f8-0628dc7daecc" providerId="AD" clId="Web-{5373164E-EB43-2F16-6D21-D391951302C9}" dt="2026-02-19T20:11:37.812" v="0"/>
        <pc:sldMkLst>
          <pc:docMk/>
          <pc:sldMk cId="3890803294" sldId="263"/>
        </pc:sldMkLst>
      </pc:sldChg>
      <pc:sldChg chg="modSp">
        <pc:chgData name="Ana Patricia Montes Pimienta" userId="S::apmontesp@eafit.edu.co::9786d5c3-4483-4bfe-82f8-0628dc7daecc" providerId="AD" clId="Web-{5373164E-EB43-2F16-6D21-D391951302C9}" dt="2026-02-19T20:12:01.672" v="33" actId="20577"/>
        <pc:sldMkLst>
          <pc:docMk/>
          <pc:sldMk cId="1562995063" sldId="272"/>
        </pc:sldMkLst>
        <pc:spChg chg="mod">
          <ac:chgData name="Ana Patricia Montes Pimienta" userId="S::apmontesp@eafit.edu.co::9786d5c3-4483-4bfe-82f8-0628dc7daecc" providerId="AD" clId="Web-{5373164E-EB43-2F16-6D21-D391951302C9}" dt="2026-02-19T20:12:01.672" v="33" actId="20577"/>
          <ac:spMkLst>
            <pc:docMk/>
            <pc:sldMk cId="1562995063" sldId="272"/>
            <ac:spMk id="3" creationId="{AAA32568-B914-4D71-9730-1CFA20C572D7}"/>
          </ac:spMkLst>
        </pc:spChg>
      </pc:sldChg>
    </pc:docChg>
  </pc:docChgLst>
  <pc:docChgLst>
    <pc:chgData name="Johan Alexander Marin Restrepo" userId="S::jamarinr1@eafit.edu.co::024183f0-8ff5-4396-9915-47a329305779" providerId="AD" clId="Web-{35086F32-F311-7876-1915-0D308D62A953}"/>
    <pc:docChg chg="addSld delSld modSld">
      <pc:chgData name="Johan Alexander Marin Restrepo" userId="S::jamarinr1@eafit.edu.co::024183f0-8ff5-4396-9915-47a329305779" providerId="AD" clId="Web-{35086F32-F311-7876-1915-0D308D62A953}" dt="2026-02-17T03:24:10.713" v="901" actId="20577"/>
      <pc:docMkLst>
        <pc:docMk/>
      </pc:docMkLst>
      <pc:sldChg chg="modSp">
        <pc:chgData name="Johan Alexander Marin Restrepo" userId="S::jamarinr1@eafit.edu.co::024183f0-8ff5-4396-9915-47a329305779" providerId="AD" clId="Web-{35086F32-F311-7876-1915-0D308D62A953}" dt="2026-02-17T01:28:00.646" v="52" actId="20577"/>
        <pc:sldMkLst>
          <pc:docMk/>
          <pc:sldMk cId="2406273178" sldId="256"/>
        </pc:sldMkLst>
        <pc:spChg chg="mod">
          <ac:chgData name="Johan Alexander Marin Restrepo" userId="S::jamarinr1@eafit.edu.co::024183f0-8ff5-4396-9915-47a329305779" providerId="AD" clId="Web-{35086F32-F311-7876-1915-0D308D62A953}" dt="2026-02-17T01:26:54.003" v="38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Johan Alexander Marin Restrepo" userId="S::jamarinr1@eafit.edu.co::024183f0-8ff5-4396-9915-47a329305779" providerId="AD" clId="Web-{35086F32-F311-7876-1915-0D308D62A953}" dt="2026-02-17T01:28:00.646" v="52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addSp delSp modSp add replId">
        <pc:chgData name="Johan Alexander Marin Restrepo" userId="S::jamarinr1@eafit.edu.co::024183f0-8ff5-4396-9915-47a329305779" providerId="AD" clId="Web-{35086F32-F311-7876-1915-0D308D62A953}" dt="2026-02-17T01:44:02.541" v="562" actId="1076"/>
        <pc:sldMkLst>
          <pc:docMk/>
          <pc:sldMk cId="2056288396" sldId="258"/>
        </pc:sldMkLst>
        <pc:spChg chg="mod">
          <ac:chgData name="Johan Alexander Marin Restrepo" userId="S::jamarinr1@eafit.edu.co::024183f0-8ff5-4396-9915-47a329305779" providerId="AD" clId="Web-{35086F32-F311-7876-1915-0D308D62A953}" dt="2026-02-17T01:37:23.051" v="402" actId="14100"/>
          <ac:spMkLst>
            <pc:docMk/>
            <pc:sldMk cId="2056288396" sldId="258"/>
            <ac:spMk id="3" creationId="{2D34A2A8-F250-750D-EF5E-3DE37348A5D4}"/>
          </ac:spMkLst>
        </pc:spChg>
        <pc:spChg chg="add mod">
          <ac:chgData name="Johan Alexander Marin Restrepo" userId="S::jamarinr1@eafit.edu.co::024183f0-8ff5-4396-9915-47a329305779" providerId="AD" clId="Web-{35086F32-F311-7876-1915-0D308D62A953}" dt="2026-02-17T01:39:35.701" v="438" actId="20577"/>
          <ac:spMkLst>
            <pc:docMk/>
            <pc:sldMk cId="2056288396" sldId="258"/>
            <ac:spMk id="9" creationId="{1F096B98-0FED-D665-8024-5FD5A36BF060}"/>
          </ac:spMkLst>
        </pc:spChg>
        <pc:spChg chg="add mod">
          <ac:chgData name="Johan Alexander Marin Restrepo" userId="S::jamarinr1@eafit.edu.co::024183f0-8ff5-4396-9915-47a329305779" providerId="AD" clId="Web-{35086F32-F311-7876-1915-0D308D62A953}" dt="2026-02-17T01:40:17.094" v="453" actId="20577"/>
          <ac:spMkLst>
            <pc:docMk/>
            <pc:sldMk cId="2056288396" sldId="258"/>
            <ac:spMk id="10" creationId="{B46E0429-4E4A-CCB6-33BD-48B60A80F6EC}"/>
          </ac:spMkLst>
        </pc:spChg>
        <pc:spChg chg="add mod">
          <ac:chgData name="Johan Alexander Marin Restrepo" userId="S::jamarinr1@eafit.edu.co::024183f0-8ff5-4396-9915-47a329305779" providerId="AD" clId="Web-{35086F32-F311-7876-1915-0D308D62A953}" dt="2026-02-17T01:42:05.443" v="482" actId="14100"/>
          <ac:spMkLst>
            <pc:docMk/>
            <pc:sldMk cId="2056288396" sldId="258"/>
            <ac:spMk id="12" creationId="{A63FC3B1-B798-2130-D90A-9A1002202F1C}"/>
          </ac:spMkLst>
        </pc:spChg>
        <pc:spChg chg="add mod">
          <ac:chgData name="Johan Alexander Marin Restrepo" userId="S::jamarinr1@eafit.edu.co::024183f0-8ff5-4396-9915-47a329305779" providerId="AD" clId="Web-{35086F32-F311-7876-1915-0D308D62A953}" dt="2026-02-17T01:43:52.244" v="558" actId="1076"/>
          <ac:spMkLst>
            <pc:docMk/>
            <pc:sldMk cId="2056288396" sldId="258"/>
            <ac:spMk id="13" creationId="{E93F59C9-86C4-7B79-9606-AD38D055A63D}"/>
          </ac:spMkLst>
        </pc:spChg>
        <pc:spChg chg="add mod">
          <ac:chgData name="Johan Alexander Marin Restrepo" userId="S::jamarinr1@eafit.edu.co::024183f0-8ff5-4396-9915-47a329305779" providerId="AD" clId="Web-{35086F32-F311-7876-1915-0D308D62A953}" dt="2026-02-17T01:44:02.541" v="562" actId="1076"/>
          <ac:spMkLst>
            <pc:docMk/>
            <pc:sldMk cId="2056288396" sldId="258"/>
            <ac:spMk id="14" creationId="{E7C1A5A0-54C5-169C-7AB8-BCD52403C137}"/>
          </ac:spMkLst>
        </pc:spChg>
        <pc:picChg chg="add mod">
          <ac:chgData name="Johan Alexander Marin Restrepo" userId="S::jamarinr1@eafit.edu.co::024183f0-8ff5-4396-9915-47a329305779" providerId="AD" clId="Web-{35086F32-F311-7876-1915-0D308D62A953}" dt="2026-02-17T01:37:33.895" v="406" actId="14100"/>
          <ac:picMkLst>
            <pc:docMk/>
            <pc:sldMk cId="2056288396" sldId="258"/>
            <ac:picMk id="5" creationId="{B2C0DE99-AD2E-AA33-1D7D-F1B0219EE299}"/>
          </ac:picMkLst>
        </pc:picChg>
        <pc:picChg chg="add mod">
          <ac:chgData name="Johan Alexander Marin Restrepo" userId="S::jamarinr1@eafit.edu.co::024183f0-8ff5-4396-9915-47a329305779" providerId="AD" clId="Web-{35086F32-F311-7876-1915-0D308D62A953}" dt="2026-02-17T01:38:02.210" v="409" actId="14100"/>
          <ac:picMkLst>
            <pc:docMk/>
            <pc:sldMk cId="2056288396" sldId="258"/>
            <ac:picMk id="6" creationId="{D4EC30AF-6266-B96F-F26B-1891D112242A}"/>
          </ac:picMkLst>
        </pc:picChg>
        <pc:picChg chg="add mod">
          <ac:chgData name="Johan Alexander Marin Restrepo" userId="S::jamarinr1@eafit.edu.co::024183f0-8ff5-4396-9915-47a329305779" providerId="AD" clId="Web-{35086F32-F311-7876-1915-0D308D62A953}" dt="2026-02-17T01:42:11.240" v="483" actId="1076"/>
          <ac:picMkLst>
            <pc:docMk/>
            <pc:sldMk cId="2056288396" sldId="258"/>
            <ac:picMk id="7" creationId="{1DDFF045-C573-AF33-0635-468D0E93B268}"/>
          </ac:picMkLst>
        </pc:picChg>
        <pc:picChg chg="add mod">
          <ac:chgData name="Johan Alexander Marin Restrepo" userId="S::jamarinr1@eafit.edu.co::024183f0-8ff5-4396-9915-47a329305779" providerId="AD" clId="Web-{35086F32-F311-7876-1915-0D308D62A953}" dt="2026-02-17T01:42:22.287" v="487" actId="14100"/>
          <ac:picMkLst>
            <pc:docMk/>
            <pc:sldMk cId="2056288396" sldId="258"/>
            <ac:picMk id="8" creationId="{34F71C6E-5039-D4C6-48B9-57BE8E191ACF}"/>
          </ac:picMkLst>
        </pc:picChg>
        <pc:picChg chg="add mod">
          <ac:chgData name="Johan Alexander Marin Restrepo" userId="S::jamarinr1@eafit.edu.co::024183f0-8ff5-4396-9915-47a329305779" providerId="AD" clId="Web-{35086F32-F311-7876-1915-0D308D62A953}" dt="2026-02-17T01:41:38.379" v="468" actId="14100"/>
          <ac:picMkLst>
            <pc:docMk/>
            <pc:sldMk cId="2056288396" sldId="258"/>
            <ac:picMk id="11" creationId="{5149D920-FB99-9847-3633-2F98F70FDB80}"/>
          </ac:picMkLst>
        </pc:picChg>
      </pc:sldChg>
      <pc:sldChg chg="addSp delSp modSp add replId">
        <pc:chgData name="Johan Alexander Marin Restrepo" userId="S::jamarinr1@eafit.edu.co::024183f0-8ff5-4396-9915-47a329305779" providerId="AD" clId="Web-{35086F32-F311-7876-1915-0D308D62A953}" dt="2026-02-17T01:46:05.325" v="590" actId="14100"/>
        <pc:sldMkLst>
          <pc:docMk/>
          <pc:sldMk cId="889425377" sldId="259"/>
        </pc:sldMkLst>
        <pc:picChg chg="add mod">
          <ac:chgData name="Johan Alexander Marin Restrepo" userId="S::jamarinr1@eafit.edu.co::024183f0-8ff5-4396-9915-47a329305779" providerId="AD" clId="Web-{35086F32-F311-7876-1915-0D308D62A953}" dt="2026-02-17T01:45:24.715" v="585" actId="1076"/>
          <ac:picMkLst>
            <pc:docMk/>
            <pc:sldMk cId="889425377" sldId="259"/>
            <ac:picMk id="4" creationId="{4E3578DE-287D-BC1C-C39D-C3A3F2EE4A09}"/>
          </ac:picMkLst>
        </pc:picChg>
        <pc:picChg chg="add mod">
          <ac:chgData name="Johan Alexander Marin Restrepo" userId="S::jamarinr1@eafit.edu.co::024183f0-8ff5-4396-9915-47a329305779" providerId="AD" clId="Web-{35086F32-F311-7876-1915-0D308D62A953}" dt="2026-02-17T01:46:05.325" v="590" actId="14100"/>
          <ac:picMkLst>
            <pc:docMk/>
            <pc:sldMk cId="889425377" sldId="259"/>
            <ac:picMk id="15" creationId="{CB7221C3-D394-E92D-1704-6CFD0240A3D5}"/>
          </ac:picMkLst>
        </pc:picChg>
      </pc:sldChg>
      <pc:sldChg chg="addSp delSp modSp add replId">
        <pc:chgData name="Johan Alexander Marin Restrepo" userId="S::jamarinr1@eafit.edu.co::024183f0-8ff5-4396-9915-47a329305779" providerId="AD" clId="Web-{35086F32-F311-7876-1915-0D308D62A953}" dt="2026-02-17T01:58:48.933" v="769" actId="1076"/>
        <pc:sldMkLst>
          <pc:docMk/>
          <pc:sldMk cId="3612024982" sldId="260"/>
        </pc:sldMkLst>
        <pc:spChg chg="mod">
          <ac:chgData name="Johan Alexander Marin Restrepo" userId="S::jamarinr1@eafit.edu.co::024183f0-8ff5-4396-9915-47a329305779" providerId="AD" clId="Web-{35086F32-F311-7876-1915-0D308D62A953}" dt="2026-02-17T01:54:16.446" v="694" actId="20577"/>
          <ac:spMkLst>
            <pc:docMk/>
            <pc:sldMk cId="3612024982" sldId="260"/>
            <ac:spMk id="2" creationId="{8DF68DFB-8D39-7D68-826E-1669930F3567}"/>
          </ac:spMkLst>
        </pc:spChg>
        <pc:spChg chg="mod">
          <ac:chgData name="Johan Alexander Marin Restrepo" userId="S::jamarinr1@eafit.edu.co::024183f0-8ff5-4396-9915-47a329305779" providerId="AD" clId="Web-{35086F32-F311-7876-1915-0D308D62A953}" dt="2026-02-17T01:48:06.046" v="613" actId="20577"/>
          <ac:spMkLst>
            <pc:docMk/>
            <pc:sldMk cId="3612024982" sldId="260"/>
            <ac:spMk id="3" creationId="{EBBCCFE8-07D8-8973-853A-452018EDC51D}"/>
          </ac:spMkLst>
        </pc:spChg>
        <pc:spChg chg="add mod">
          <ac:chgData name="Johan Alexander Marin Restrepo" userId="S::jamarinr1@eafit.edu.co::024183f0-8ff5-4396-9915-47a329305779" providerId="AD" clId="Web-{35086F32-F311-7876-1915-0D308D62A953}" dt="2026-02-17T01:53:03.488" v="684"/>
          <ac:spMkLst>
            <pc:docMk/>
            <pc:sldMk cId="3612024982" sldId="260"/>
            <ac:spMk id="8" creationId="{B0FF9CF0-BEDB-88F1-0906-30F2509AC0BD}"/>
          </ac:spMkLst>
        </pc:spChg>
        <pc:graphicFrameChg chg="add mod modGraphic">
          <ac:chgData name="Johan Alexander Marin Restrepo" userId="S::jamarinr1@eafit.edu.co::024183f0-8ff5-4396-9915-47a329305779" providerId="AD" clId="Web-{35086F32-F311-7876-1915-0D308D62A953}" dt="2026-02-17T01:58:43.714" v="767" actId="1076"/>
          <ac:graphicFrameMkLst>
            <pc:docMk/>
            <pc:sldMk cId="3612024982" sldId="260"/>
            <ac:graphicFrameMk id="13" creationId="{09E084A4-4121-FD22-414D-1C273963628B}"/>
          </ac:graphicFrameMkLst>
        </pc:graphicFrameChg>
        <pc:picChg chg="add mod">
          <ac:chgData name="Johan Alexander Marin Restrepo" userId="S::jamarinr1@eafit.edu.co::024183f0-8ff5-4396-9915-47a329305779" providerId="AD" clId="Web-{35086F32-F311-7876-1915-0D308D62A953}" dt="2026-02-17T01:50:35.439" v="621" actId="1076"/>
          <ac:picMkLst>
            <pc:docMk/>
            <pc:sldMk cId="3612024982" sldId="260"/>
            <ac:picMk id="5" creationId="{094EFF26-1737-4CF7-8370-AC03D7EDBB3C}"/>
          </ac:picMkLst>
        </pc:picChg>
      </pc:sldChg>
      <pc:sldChg chg="addSp delSp modSp add replId">
        <pc:chgData name="Johan Alexander Marin Restrepo" userId="S::jamarinr1@eafit.edu.co::024183f0-8ff5-4396-9915-47a329305779" providerId="AD" clId="Web-{35086F32-F311-7876-1915-0D308D62A953}" dt="2026-02-17T01:59:25.262" v="780"/>
        <pc:sldMkLst>
          <pc:docMk/>
          <pc:sldMk cId="2003528235" sldId="261"/>
        </pc:sldMkLst>
        <pc:graphicFrameChg chg="add mod modGraphic">
          <ac:chgData name="Johan Alexander Marin Restrepo" userId="S::jamarinr1@eafit.edu.co::024183f0-8ff5-4396-9915-47a329305779" providerId="AD" clId="Web-{35086F32-F311-7876-1915-0D308D62A953}" dt="2026-02-17T01:58:13.743" v="750" actId="1076"/>
          <ac:graphicFrameMkLst>
            <pc:docMk/>
            <pc:sldMk cId="2003528235" sldId="261"/>
            <ac:graphicFrameMk id="7" creationId="{6BCA8A7C-9E89-14AA-F454-D647DFFA2630}"/>
          </ac:graphicFrameMkLst>
        </pc:graphicFrameChg>
      </pc:sldChg>
      <pc:sldChg chg="addSp delSp modSp add replId">
        <pc:chgData name="Johan Alexander Marin Restrepo" userId="S::jamarinr1@eafit.edu.co::024183f0-8ff5-4396-9915-47a329305779" providerId="AD" clId="Web-{35086F32-F311-7876-1915-0D308D62A953}" dt="2026-02-17T03:12:46.760" v="889" actId="1076"/>
        <pc:sldMkLst>
          <pc:docMk/>
          <pc:sldMk cId="3963734163" sldId="262"/>
        </pc:sldMkLst>
      </pc:sldChg>
      <pc:sldChg chg="addSp modSp add replId">
        <pc:chgData name="Johan Alexander Marin Restrepo" userId="S::jamarinr1@eafit.edu.co::024183f0-8ff5-4396-9915-47a329305779" providerId="AD" clId="Web-{35086F32-F311-7876-1915-0D308D62A953}" dt="2026-02-17T03:06:02.954" v="863" actId="1076"/>
        <pc:sldMkLst>
          <pc:docMk/>
          <pc:sldMk cId="3340082581" sldId="264"/>
        </pc:sldMkLst>
        <pc:picChg chg="add mod">
          <ac:chgData name="Johan Alexander Marin Restrepo" userId="S::jamarinr1@eafit.edu.co::024183f0-8ff5-4396-9915-47a329305779" providerId="AD" clId="Web-{35086F32-F311-7876-1915-0D308D62A953}" dt="2026-02-17T02:57:25.868" v="859" actId="1076"/>
          <ac:picMkLst>
            <pc:docMk/>
            <pc:sldMk cId="3340082581" sldId="264"/>
            <ac:picMk id="4" creationId="{28E80222-AA99-F6CB-DF48-835CE050C7E2}"/>
          </ac:picMkLst>
        </pc:picChg>
      </pc:sldChg>
      <pc:sldChg chg="addSp delSp modSp add replId">
        <pc:chgData name="Johan Alexander Marin Restrepo" userId="S::jamarinr1@eafit.edu.co::024183f0-8ff5-4396-9915-47a329305779" providerId="AD" clId="Web-{35086F32-F311-7876-1915-0D308D62A953}" dt="2026-02-17T03:07:24.235" v="872" actId="14100"/>
        <pc:sldMkLst>
          <pc:docMk/>
          <pc:sldMk cId="2464463669" sldId="265"/>
        </pc:sldMkLst>
        <pc:picChg chg="add mod">
          <ac:chgData name="Johan Alexander Marin Restrepo" userId="S::jamarinr1@eafit.edu.co::024183f0-8ff5-4396-9915-47a329305779" providerId="AD" clId="Web-{35086F32-F311-7876-1915-0D308D62A953}" dt="2026-02-17T03:07:17.907" v="869" actId="14100"/>
          <ac:picMkLst>
            <pc:docMk/>
            <pc:sldMk cId="2464463669" sldId="265"/>
            <ac:picMk id="6" creationId="{F3B416B0-EAF8-0AEF-72CF-89E6648E0455}"/>
          </ac:picMkLst>
        </pc:picChg>
        <pc:picChg chg="add mod">
          <ac:chgData name="Johan Alexander Marin Restrepo" userId="S::jamarinr1@eafit.edu.co::024183f0-8ff5-4396-9915-47a329305779" providerId="AD" clId="Web-{35086F32-F311-7876-1915-0D308D62A953}" dt="2026-02-17T03:07:24.235" v="872" actId="14100"/>
          <ac:picMkLst>
            <pc:docMk/>
            <pc:sldMk cId="2464463669" sldId="265"/>
            <ac:picMk id="7" creationId="{C461B764-7BB3-6951-56C4-C99A5E951998}"/>
          </ac:picMkLst>
        </pc:picChg>
      </pc:sldChg>
    </pc:docChg>
  </pc:docChgLst>
  <pc:docChgLst>
    <pc:chgData name="Ana Patricia Montes Pimienta" userId="9786d5c3-4483-4bfe-82f8-0628dc7daecc" providerId="ADAL" clId="{6BDFFF46-ADBB-4027-902B-3C2803C06532}"/>
    <pc:docChg chg="undo redo custSel addSld delSld modSld">
      <pc:chgData name="Ana Patricia Montes Pimienta" userId="9786d5c3-4483-4bfe-82f8-0628dc7daecc" providerId="ADAL" clId="{6BDFFF46-ADBB-4027-902B-3C2803C06532}" dt="2026-02-20T21:22:13.819" v="4362" actId="20577"/>
      <pc:docMkLst>
        <pc:docMk/>
      </pc:docMkLst>
      <pc:sldChg chg="modSp mod">
        <pc:chgData name="Ana Patricia Montes Pimienta" userId="9786d5c3-4483-4bfe-82f8-0628dc7daecc" providerId="ADAL" clId="{6BDFFF46-ADBB-4027-902B-3C2803C06532}" dt="2026-02-20T15:56:51.991" v="43" actId="122"/>
        <pc:sldMkLst>
          <pc:docMk/>
          <pc:sldMk cId="2406273178" sldId="256"/>
        </pc:sldMkLst>
        <pc:spChg chg="mod">
          <ac:chgData name="Ana Patricia Montes Pimienta" userId="9786d5c3-4483-4bfe-82f8-0628dc7daecc" providerId="ADAL" clId="{6BDFFF46-ADBB-4027-902B-3C2803C06532}" dt="2026-02-20T15:56:14.791" v="40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Ana Patricia Montes Pimienta" userId="9786d5c3-4483-4bfe-82f8-0628dc7daecc" providerId="ADAL" clId="{6BDFFF46-ADBB-4027-902B-3C2803C06532}" dt="2026-02-20T15:56:51.991" v="43" actId="122"/>
          <ac:spMkLst>
            <pc:docMk/>
            <pc:sldMk cId="2406273178" sldId="256"/>
            <ac:spMk id="34" creationId="{6AE9083A-3337-1B3D-12ED-2FA92E7DA5BA}"/>
          </ac:spMkLst>
        </pc:spChg>
      </pc:sldChg>
      <pc:sldChg chg="del">
        <pc:chgData name="Ana Patricia Montes Pimienta" userId="9786d5c3-4483-4bfe-82f8-0628dc7daecc" providerId="ADAL" clId="{6BDFFF46-ADBB-4027-902B-3C2803C06532}" dt="2026-02-20T16:05:01.560" v="375" actId="47"/>
        <pc:sldMkLst>
          <pc:docMk/>
          <pc:sldMk cId="3436791426" sldId="257"/>
        </pc:sldMkLst>
      </pc:sldChg>
      <pc:sldChg chg="modSp mod">
        <pc:chgData name="Ana Patricia Montes Pimienta" userId="9786d5c3-4483-4bfe-82f8-0628dc7daecc" providerId="ADAL" clId="{6BDFFF46-ADBB-4027-902B-3C2803C06532}" dt="2026-02-20T20:39:00.873" v="3373" actId="1076"/>
        <pc:sldMkLst>
          <pc:docMk/>
          <pc:sldMk cId="2056288396" sldId="258"/>
        </pc:sldMkLst>
        <pc:spChg chg="mod">
          <ac:chgData name="Ana Patricia Montes Pimienta" userId="9786d5c3-4483-4bfe-82f8-0628dc7daecc" providerId="ADAL" clId="{6BDFFF46-ADBB-4027-902B-3C2803C06532}" dt="2026-02-20T16:06:00.493" v="379" actId="207"/>
          <ac:spMkLst>
            <pc:docMk/>
            <pc:sldMk cId="2056288396" sldId="258"/>
            <ac:spMk id="2" creationId="{B2C0EE3D-EE56-6C8B-B654-7034E720F5C3}"/>
          </ac:spMkLst>
        </pc:spChg>
        <pc:spChg chg="mod">
          <ac:chgData name="Ana Patricia Montes Pimienta" userId="9786d5c3-4483-4bfe-82f8-0628dc7daecc" providerId="ADAL" clId="{6BDFFF46-ADBB-4027-902B-3C2803C06532}" dt="2026-02-20T16:05:44.203" v="378" actId="207"/>
          <ac:spMkLst>
            <pc:docMk/>
            <pc:sldMk cId="2056288396" sldId="258"/>
            <ac:spMk id="3" creationId="{2D34A2A8-F250-750D-EF5E-3DE37348A5D4}"/>
          </ac:spMkLst>
        </pc:spChg>
        <pc:spChg chg="mod">
          <ac:chgData name="Ana Patricia Montes Pimienta" userId="9786d5c3-4483-4bfe-82f8-0628dc7daecc" providerId="ADAL" clId="{6BDFFF46-ADBB-4027-902B-3C2803C06532}" dt="2026-02-20T16:09:09.390" v="423" actId="20577"/>
          <ac:spMkLst>
            <pc:docMk/>
            <pc:sldMk cId="2056288396" sldId="258"/>
            <ac:spMk id="4" creationId="{B56B2CA9-2F11-BAA9-DEE1-F75F4745C0EF}"/>
          </ac:spMkLst>
        </pc:spChg>
        <pc:spChg chg="mod">
          <ac:chgData name="Ana Patricia Montes Pimienta" userId="9786d5c3-4483-4bfe-82f8-0628dc7daecc" providerId="ADAL" clId="{6BDFFF46-ADBB-4027-902B-3C2803C06532}" dt="2026-02-20T16:06:47.679" v="385" actId="122"/>
          <ac:spMkLst>
            <pc:docMk/>
            <pc:sldMk cId="2056288396" sldId="258"/>
            <ac:spMk id="9" creationId="{1F096B98-0FED-D665-8024-5FD5A36BF060}"/>
          </ac:spMkLst>
        </pc:spChg>
        <pc:spChg chg="mod">
          <ac:chgData name="Ana Patricia Montes Pimienta" userId="9786d5c3-4483-4bfe-82f8-0628dc7daecc" providerId="ADAL" clId="{6BDFFF46-ADBB-4027-902B-3C2803C06532}" dt="2026-02-20T16:06:50.658" v="386" actId="404"/>
          <ac:spMkLst>
            <pc:docMk/>
            <pc:sldMk cId="2056288396" sldId="258"/>
            <ac:spMk id="10" creationId="{B46E0429-4E4A-CCB6-33BD-48B60A80F6EC}"/>
          </ac:spMkLst>
        </pc:spChg>
        <pc:spChg chg="mod">
          <ac:chgData name="Ana Patricia Montes Pimienta" userId="9786d5c3-4483-4bfe-82f8-0628dc7daecc" providerId="ADAL" clId="{6BDFFF46-ADBB-4027-902B-3C2803C06532}" dt="2026-02-20T16:10:25.045" v="430" actId="1076"/>
          <ac:spMkLst>
            <pc:docMk/>
            <pc:sldMk cId="2056288396" sldId="258"/>
            <ac:spMk id="12" creationId="{A63FC3B1-B798-2130-D90A-9A1002202F1C}"/>
          </ac:spMkLst>
        </pc:spChg>
        <pc:spChg chg="mod">
          <ac:chgData name="Ana Patricia Montes Pimienta" userId="9786d5c3-4483-4bfe-82f8-0628dc7daecc" providerId="ADAL" clId="{6BDFFF46-ADBB-4027-902B-3C2803C06532}" dt="2026-02-20T20:38:52.789" v="3371" actId="14100"/>
          <ac:spMkLst>
            <pc:docMk/>
            <pc:sldMk cId="2056288396" sldId="258"/>
            <ac:spMk id="13" creationId="{E93F59C9-86C4-7B79-9606-AD38D055A63D}"/>
          </ac:spMkLst>
        </pc:spChg>
        <pc:spChg chg="mod">
          <ac:chgData name="Ana Patricia Montes Pimienta" userId="9786d5c3-4483-4bfe-82f8-0628dc7daecc" providerId="ADAL" clId="{6BDFFF46-ADBB-4027-902B-3C2803C06532}" dt="2026-02-20T20:38:57.379" v="3372" actId="14100"/>
          <ac:spMkLst>
            <pc:docMk/>
            <pc:sldMk cId="2056288396" sldId="258"/>
            <ac:spMk id="14" creationId="{E7C1A5A0-54C5-169C-7AB8-BCD52403C137}"/>
          </ac:spMkLst>
        </pc:spChg>
        <pc:spChg chg="mod">
          <ac:chgData name="Ana Patricia Montes Pimienta" userId="9786d5c3-4483-4bfe-82f8-0628dc7daecc" providerId="ADAL" clId="{6BDFFF46-ADBB-4027-902B-3C2803C06532}" dt="2026-02-20T16:09:38.032" v="424" actId="208"/>
          <ac:spMkLst>
            <pc:docMk/>
            <pc:sldMk cId="2056288396" sldId="258"/>
            <ac:spMk id="16" creationId="{608B20E2-50DD-223D-33E1-043B6E55DB54}"/>
          </ac:spMkLst>
        </pc:spChg>
        <pc:spChg chg="mod">
          <ac:chgData name="Ana Patricia Montes Pimienta" userId="9786d5c3-4483-4bfe-82f8-0628dc7daecc" providerId="ADAL" clId="{6BDFFF46-ADBB-4027-902B-3C2803C06532}" dt="2026-02-20T16:09:38.032" v="424" actId="208"/>
          <ac:spMkLst>
            <pc:docMk/>
            <pc:sldMk cId="2056288396" sldId="258"/>
            <ac:spMk id="17" creationId="{9A48776F-25A0-F165-9DB0-37CF1B0285AD}"/>
          </ac:spMkLst>
        </pc:spChg>
        <pc:picChg chg="mod">
          <ac:chgData name="Ana Patricia Montes Pimienta" userId="9786d5c3-4483-4bfe-82f8-0628dc7daecc" providerId="ADAL" clId="{6BDFFF46-ADBB-4027-902B-3C2803C06532}" dt="2026-02-20T19:39:19.474" v="2630" actId="2085"/>
          <ac:picMkLst>
            <pc:docMk/>
            <pc:sldMk cId="2056288396" sldId="258"/>
            <ac:picMk id="5" creationId="{B2C0DE99-AD2E-AA33-1D7D-F1B0219EE299}"/>
          </ac:picMkLst>
        </pc:picChg>
        <pc:picChg chg="mod">
          <ac:chgData name="Ana Patricia Montes Pimienta" userId="9786d5c3-4483-4bfe-82f8-0628dc7daecc" providerId="ADAL" clId="{6BDFFF46-ADBB-4027-902B-3C2803C06532}" dt="2026-02-20T19:39:23.909" v="2631" actId="2085"/>
          <ac:picMkLst>
            <pc:docMk/>
            <pc:sldMk cId="2056288396" sldId="258"/>
            <ac:picMk id="6" creationId="{D4EC30AF-6266-B96F-F26B-1891D112242A}"/>
          </ac:picMkLst>
        </pc:picChg>
        <pc:picChg chg="mod ord">
          <ac:chgData name="Ana Patricia Montes Pimienta" userId="9786d5c3-4483-4bfe-82f8-0628dc7daecc" providerId="ADAL" clId="{6BDFFF46-ADBB-4027-902B-3C2803C06532}" dt="2026-02-20T19:39:23.909" v="2631" actId="2085"/>
          <ac:picMkLst>
            <pc:docMk/>
            <pc:sldMk cId="2056288396" sldId="258"/>
            <ac:picMk id="7" creationId="{1DDFF045-C573-AF33-0635-468D0E93B268}"/>
          </ac:picMkLst>
        </pc:picChg>
        <pc:picChg chg="mod">
          <ac:chgData name="Ana Patricia Montes Pimienta" userId="9786d5c3-4483-4bfe-82f8-0628dc7daecc" providerId="ADAL" clId="{6BDFFF46-ADBB-4027-902B-3C2803C06532}" dt="2026-02-20T20:39:00.873" v="3373" actId="1076"/>
          <ac:picMkLst>
            <pc:docMk/>
            <pc:sldMk cId="2056288396" sldId="258"/>
            <ac:picMk id="8" creationId="{34F71C6E-5039-D4C6-48B9-57BE8E191ACF}"/>
          </ac:picMkLst>
        </pc:picChg>
        <pc:picChg chg="mod ord">
          <ac:chgData name="Ana Patricia Montes Pimienta" userId="9786d5c3-4483-4bfe-82f8-0628dc7daecc" providerId="ADAL" clId="{6BDFFF46-ADBB-4027-902B-3C2803C06532}" dt="2026-02-20T19:39:23.909" v="2631" actId="2085"/>
          <ac:picMkLst>
            <pc:docMk/>
            <pc:sldMk cId="2056288396" sldId="258"/>
            <ac:picMk id="11" creationId="{5149D920-FB99-9847-3633-2F98F70FDB80}"/>
          </ac:picMkLst>
        </pc:picChg>
        <pc:cxnChg chg="mod ord">
          <ac:chgData name="Ana Patricia Montes Pimienta" userId="9786d5c3-4483-4bfe-82f8-0628dc7daecc" providerId="ADAL" clId="{6BDFFF46-ADBB-4027-902B-3C2803C06532}" dt="2026-02-20T16:09:59.745" v="427" actId="167"/>
          <ac:cxnSpMkLst>
            <pc:docMk/>
            <pc:sldMk cId="2056288396" sldId="258"/>
            <ac:cxnSpMk id="19" creationId="{D185193D-621E-5B3C-183B-E88C69CCE7DE}"/>
          </ac:cxnSpMkLst>
        </pc:cxnChg>
      </pc:sldChg>
      <pc:sldChg chg="addSp delSp modSp mod">
        <pc:chgData name="Ana Patricia Montes Pimienta" userId="9786d5c3-4483-4bfe-82f8-0628dc7daecc" providerId="ADAL" clId="{6BDFFF46-ADBB-4027-902B-3C2803C06532}" dt="2026-02-20T16:15:42.369" v="496" actId="1076"/>
        <pc:sldMkLst>
          <pc:docMk/>
          <pc:sldMk cId="889425377" sldId="259"/>
        </pc:sldMkLst>
        <pc:spChg chg="del mod">
          <ac:chgData name="Ana Patricia Montes Pimienta" userId="9786d5c3-4483-4bfe-82f8-0628dc7daecc" providerId="ADAL" clId="{6BDFFF46-ADBB-4027-902B-3C2803C06532}" dt="2026-02-20T16:12:54.537" v="434" actId="478"/>
          <ac:spMkLst>
            <pc:docMk/>
            <pc:sldMk cId="889425377" sldId="259"/>
            <ac:spMk id="2" creationId="{75010267-978F-BE30-056A-3F70440BACAE}"/>
          </ac:spMkLst>
        </pc:spChg>
        <pc:spChg chg="del mod">
          <ac:chgData name="Ana Patricia Montes Pimienta" userId="9786d5c3-4483-4bfe-82f8-0628dc7daecc" providerId="ADAL" clId="{6BDFFF46-ADBB-4027-902B-3C2803C06532}" dt="2026-02-20T16:12:54.537" v="434" actId="478"/>
          <ac:spMkLst>
            <pc:docMk/>
            <pc:sldMk cId="889425377" sldId="259"/>
            <ac:spMk id="3" creationId="{0AB8E2CF-C973-01F6-BA45-DC010BD7081A}"/>
          </ac:spMkLst>
        </pc:spChg>
        <pc:spChg chg="mod">
          <ac:chgData name="Ana Patricia Montes Pimienta" userId="9786d5c3-4483-4bfe-82f8-0628dc7daecc" providerId="ADAL" clId="{6BDFFF46-ADBB-4027-902B-3C2803C06532}" dt="2026-02-20T16:15:07.140" v="491" actId="1076"/>
          <ac:spMkLst>
            <pc:docMk/>
            <pc:sldMk cId="889425377" sldId="259"/>
            <ac:spMk id="5" creationId="{7048CB9F-17CF-07D6-3EA6-498CB4C3AAE6}"/>
          </ac:spMkLst>
        </pc:spChg>
        <pc:spChg chg="mod">
          <ac:chgData name="Ana Patricia Montes Pimienta" userId="9786d5c3-4483-4bfe-82f8-0628dc7daecc" providerId="ADAL" clId="{6BDFFF46-ADBB-4027-902B-3C2803C06532}" dt="2026-02-20T16:15:19.481" v="495" actId="1076"/>
          <ac:spMkLst>
            <pc:docMk/>
            <pc:sldMk cId="889425377" sldId="259"/>
            <ac:spMk id="6" creationId="{5AAFF84B-FD3D-5D2C-5FE2-7F80F2DB3887}"/>
          </ac:spMkLst>
        </pc:spChg>
        <pc:spChg chg="add del mod">
          <ac:chgData name="Ana Patricia Montes Pimienta" userId="9786d5c3-4483-4bfe-82f8-0628dc7daecc" providerId="ADAL" clId="{6BDFFF46-ADBB-4027-902B-3C2803C06532}" dt="2026-02-20T16:12:57.798" v="435" actId="478"/>
          <ac:spMkLst>
            <pc:docMk/>
            <pc:sldMk cId="889425377" sldId="259"/>
            <ac:spMk id="9" creationId="{9F6FC3D3-ADBF-E1D8-40CC-82953041D127}"/>
          </ac:spMkLst>
        </pc:spChg>
        <pc:spChg chg="add del mod">
          <ac:chgData name="Ana Patricia Montes Pimienta" userId="9786d5c3-4483-4bfe-82f8-0628dc7daecc" providerId="ADAL" clId="{6BDFFF46-ADBB-4027-902B-3C2803C06532}" dt="2026-02-20T16:12:59.473" v="436" actId="478"/>
          <ac:spMkLst>
            <pc:docMk/>
            <pc:sldMk cId="889425377" sldId="259"/>
            <ac:spMk id="11" creationId="{34EE5956-F682-706B-199A-F9951ABEB0D9}"/>
          </ac:spMkLst>
        </pc:spChg>
        <pc:spChg chg="add mod">
          <ac:chgData name="Ana Patricia Montes Pimienta" userId="9786d5c3-4483-4bfe-82f8-0628dc7daecc" providerId="ADAL" clId="{6BDFFF46-ADBB-4027-902B-3C2803C06532}" dt="2026-02-20T16:13:00.623" v="437"/>
          <ac:spMkLst>
            <pc:docMk/>
            <pc:sldMk cId="889425377" sldId="259"/>
            <ac:spMk id="12" creationId="{9D645F41-BC16-A9C6-8037-2B6313A6ECE9}"/>
          </ac:spMkLst>
        </pc:spChg>
        <pc:spChg chg="add mod">
          <ac:chgData name="Ana Patricia Montes Pimienta" userId="9786d5c3-4483-4bfe-82f8-0628dc7daecc" providerId="ADAL" clId="{6BDFFF46-ADBB-4027-902B-3C2803C06532}" dt="2026-02-20T16:15:42.369" v="496" actId="1076"/>
          <ac:spMkLst>
            <pc:docMk/>
            <pc:sldMk cId="889425377" sldId="259"/>
            <ac:spMk id="13" creationId="{D28C888B-24E5-D4A0-6E4A-59514E927DC8}"/>
          </ac:spMkLst>
        </pc:spChg>
        <pc:picChg chg="mod">
          <ac:chgData name="Ana Patricia Montes Pimienta" userId="9786d5c3-4483-4bfe-82f8-0628dc7daecc" providerId="ADAL" clId="{6BDFFF46-ADBB-4027-902B-3C2803C06532}" dt="2026-02-20T16:13:16.880" v="449" actId="1076"/>
          <ac:picMkLst>
            <pc:docMk/>
            <pc:sldMk cId="889425377" sldId="259"/>
            <ac:picMk id="4" creationId="{4E3578DE-287D-BC1C-C39D-C3A3F2EE4A09}"/>
          </ac:picMkLst>
        </pc:picChg>
        <pc:picChg chg="mod">
          <ac:chgData name="Ana Patricia Montes Pimienta" userId="9786d5c3-4483-4bfe-82f8-0628dc7daecc" providerId="ADAL" clId="{6BDFFF46-ADBB-4027-902B-3C2803C06532}" dt="2026-02-20T16:13:18.610" v="450" actId="1076"/>
          <ac:picMkLst>
            <pc:docMk/>
            <pc:sldMk cId="889425377" sldId="259"/>
            <ac:picMk id="15" creationId="{CB7221C3-D394-E92D-1704-6CFD0240A3D5}"/>
          </ac:picMkLst>
        </pc:picChg>
      </pc:sldChg>
      <pc:sldChg chg="addSp delSp modSp mod">
        <pc:chgData name="Ana Patricia Montes Pimienta" userId="9786d5c3-4483-4bfe-82f8-0628dc7daecc" providerId="ADAL" clId="{6BDFFF46-ADBB-4027-902B-3C2803C06532}" dt="2026-02-20T19:05:52.832" v="1822" actId="12385"/>
        <pc:sldMkLst>
          <pc:docMk/>
          <pc:sldMk cId="3612024982" sldId="260"/>
        </pc:sldMkLst>
        <pc:spChg chg="mod">
          <ac:chgData name="Ana Patricia Montes Pimienta" userId="9786d5c3-4483-4bfe-82f8-0628dc7daecc" providerId="ADAL" clId="{6BDFFF46-ADBB-4027-902B-3C2803C06532}" dt="2026-02-20T16:18:09.051" v="557" actId="207"/>
          <ac:spMkLst>
            <pc:docMk/>
            <pc:sldMk cId="3612024982" sldId="260"/>
            <ac:spMk id="2" creationId="{8DF68DFB-8D39-7D68-826E-1669930F3567}"/>
          </ac:spMkLst>
        </pc:spChg>
        <pc:spChg chg="mod">
          <ac:chgData name="Ana Patricia Montes Pimienta" userId="9786d5c3-4483-4bfe-82f8-0628dc7daecc" providerId="ADAL" clId="{6BDFFF46-ADBB-4027-902B-3C2803C06532}" dt="2026-02-20T16:18:16.170" v="559" actId="207"/>
          <ac:spMkLst>
            <pc:docMk/>
            <pc:sldMk cId="3612024982" sldId="260"/>
            <ac:spMk id="3" creationId="{EBBCCFE8-07D8-8973-853A-452018EDC51D}"/>
          </ac:spMkLst>
        </pc:spChg>
        <pc:spChg chg="mod">
          <ac:chgData name="Ana Patricia Montes Pimienta" userId="9786d5c3-4483-4bfe-82f8-0628dc7daecc" providerId="ADAL" clId="{6BDFFF46-ADBB-4027-902B-3C2803C06532}" dt="2026-02-20T16:19:18.932" v="585" actId="1076"/>
          <ac:spMkLst>
            <pc:docMk/>
            <pc:sldMk cId="3612024982" sldId="260"/>
            <ac:spMk id="4" creationId="{E24AA8B9-B092-0A35-904E-F93699E6A2CB}"/>
          </ac:spMkLst>
        </pc:spChg>
        <pc:spChg chg="del mod">
          <ac:chgData name="Ana Patricia Montes Pimienta" userId="9786d5c3-4483-4bfe-82f8-0628dc7daecc" providerId="ADAL" clId="{6BDFFF46-ADBB-4027-902B-3C2803C06532}" dt="2026-02-20T16:19:08.725" v="581" actId="478"/>
          <ac:spMkLst>
            <pc:docMk/>
            <pc:sldMk cId="3612024982" sldId="260"/>
            <ac:spMk id="6" creationId="{A147C0EB-EF7F-DFD3-BFDE-6EC2A6ABC0E2}"/>
          </ac:spMkLst>
        </pc:spChg>
        <pc:spChg chg="mod">
          <ac:chgData name="Ana Patricia Montes Pimienta" userId="9786d5c3-4483-4bfe-82f8-0628dc7daecc" providerId="ADAL" clId="{6BDFFF46-ADBB-4027-902B-3C2803C06532}" dt="2026-02-20T16:24:43.627" v="765" actId="20577"/>
          <ac:spMkLst>
            <pc:docMk/>
            <pc:sldMk cId="3612024982" sldId="260"/>
            <ac:spMk id="8" creationId="{B0FF9CF0-BEDB-88F1-0906-30F2509AC0BD}"/>
          </ac:spMkLst>
        </pc:spChg>
        <pc:spChg chg="add mod">
          <ac:chgData name="Ana Patricia Montes Pimienta" userId="9786d5c3-4483-4bfe-82f8-0628dc7daecc" providerId="ADAL" clId="{6BDFFF46-ADBB-4027-902B-3C2803C06532}" dt="2026-02-20T16:24:14.024" v="762" actId="20577"/>
          <ac:spMkLst>
            <pc:docMk/>
            <pc:sldMk cId="3612024982" sldId="260"/>
            <ac:spMk id="9" creationId="{E043806D-C4D5-90F9-19B6-1E38D206D4A6}"/>
          </ac:spMkLst>
        </pc:spChg>
        <pc:graphicFrameChg chg="mod modGraphic">
          <ac:chgData name="Ana Patricia Montes Pimienta" userId="9786d5c3-4483-4bfe-82f8-0628dc7daecc" providerId="ADAL" clId="{6BDFFF46-ADBB-4027-902B-3C2803C06532}" dt="2026-02-20T19:05:52.832" v="1822" actId="12385"/>
          <ac:graphicFrameMkLst>
            <pc:docMk/>
            <pc:sldMk cId="3612024982" sldId="260"/>
            <ac:graphicFrameMk id="13" creationId="{09E084A4-4121-FD22-414D-1C273963628B}"/>
          </ac:graphicFrameMkLst>
        </pc:graphicFrameChg>
      </pc:sldChg>
      <pc:sldChg chg="addSp delSp modSp mod">
        <pc:chgData name="Ana Patricia Montes Pimienta" userId="9786d5c3-4483-4bfe-82f8-0628dc7daecc" providerId="ADAL" clId="{6BDFFF46-ADBB-4027-902B-3C2803C06532}" dt="2026-02-20T20:03:28.751" v="2721" actId="20577"/>
        <pc:sldMkLst>
          <pc:docMk/>
          <pc:sldMk cId="2003528235" sldId="261"/>
        </pc:sldMkLst>
        <pc:spChg chg="del">
          <ac:chgData name="Ana Patricia Montes Pimienta" userId="9786d5c3-4483-4bfe-82f8-0628dc7daecc" providerId="ADAL" clId="{6BDFFF46-ADBB-4027-902B-3C2803C06532}" dt="2026-02-20T16:35:59.258" v="928" actId="478"/>
          <ac:spMkLst>
            <pc:docMk/>
            <pc:sldMk cId="2003528235" sldId="261"/>
            <ac:spMk id="2" creationId="{623456A1-0FBF-F6F5-CB19-0EFC647092CB}"/>
          </ac:spMkLst>
        </pc:spChg>
        <pc:spChg chg="del">
          <ac:chgData name="Ana Patricia Montes Pimienta" userId="9786d5c3-4483-4bfe-82f8-0628dc7daecc" providerId="ADAL" clId="{6BDFFF46-ADBB-4027-902B-3C2803C06532}" dt="2026-02-20T16:35:59.258" v="928" actId="478"/>
          <ac:spMkLst>
            <pc:docMk/>
            <pc:sldMk cId="2003528235" sldId="261"/>
            <ac:spMk id="3" creationId="{3864CCF7-1B0F-F88B-CD51-FE10CC112952}"/>
          </ac:spMkLst>
        </pc:spChg>
        <pc:spChg chg="mod">
          <ac:chgData name="Ana Patricia Montes Pimienta" userId="9786d5c3-4483-4bfe-82f8-0628dc7daecc" providerId="ADAL" clId="{6BDFFF46-ADBB-4027-902B-3C2803C06532}" dt="2026-02-20T19:07:42.099" v="1855" actId="121"/>
          <ac:spMkLst>
            <pc:docMk/>
            <pc:sldMk cId="2003528235" sldId="261"/>
            <ac:spMk id="5" creationId="{3EF746D2-7748-D4C2-DA35-D46674BA786C}"/>
          </ac:spMkLst>
        </pc:spChg>
        <pc:spChg chg="del">
          <ac:chgData name="Ana Patricia Montes Pimienta" userId="9786d5c3-4483-4bfe-82f8-0628dc7daecc" providerId="ADAL" clId="{6BDFFF46-ADBB-4027-902B-3C2803C06532}" dt="2026-02-20T19:07:13.752" v="1848" actId="478"/>
          <ac:spMkLst>
            <pc:docMk/>
            <pc:sldMk cId="2003528235" sldId="261"/>
            <ac:spMk id="8" creationId="{D961A3C7-1460-30DA-014A-AA29B31C34AC}"/>
          </ac:spMkLst>
        </pc:spChg>
        <pc:spChg chg="del mod">
          <ac:chgData name="Ana Patricia Montes Pimienta" userId="9786d5c3-4483-4bfe-82f8-0628dc7daecc" providerId="ADAL" clId="{6BDFFF46-ADBB-4027-902B-3C2803C06532}" dt="2026-02-20T19:07:33.246" v="1853" actId="478"/>
          <ac:spMkLst>
            <pc:docMk/>
            <pc:sldMk cId="2003528235" sldId="261"/>
            <ac:spMk id="9" creationId="{C1C01B95-F837-A313-670C-DFAAABA62400}"/>
          </ac:spMkLst>
        </pc:spChg>
        <pc:spChg chg="add del mod">
          <ac:chgData name="Ana Patricia Montes Pimienta" userId="9786d5c3-4483-4bfe-82f8-0628dc7daecc" providerId="ADAL" clId="{6BDFFF46-ADBB-4027-902B-3C2803C06532}" dt="2026-02-20T16:36:04.038" v="930" actId="478"/>
          <ac:spMkLst>
            <pc:docMk/>
            <pc:sldMk cId="2003528235" sldId="261"/>
            <ac:spMk id="12" creationId="{E3117CD3-3BA7-4442-84C4-6B54730DCE37}"/>
          </ac:spMkLst>
        </pc:spChg>
        <pc:spChg chg="add del mod">
          <ac:chgData name="Ana Patricia Montes Pimienta" userId="9786d5c3-4483-4bfe-82f8-0628dc7daecc" providerId="ADAL" clId="{6BDFFF46-ADBB-4027-902B-3C2803C06532}" dt="2026-02-20T16:36:02.782" v="929" actId="478"/>
          <ac:spMkLst>
            <pc:docMk/>
            <pc:sldMk cId="2003528235" sldId="261"/>
            <ac:spMk id="14" creationId="{57D79160-FCF3-F041-D9F8-94922D0F4357}"/>
          </ac:spMkLst>
        </pc:spChg>
        <pc:spChg chg="add mod">
          <ac:chgData name="Ana Patricia Montes Pimienta" userId="9786d5c3-4483-4bfe-82f8-0628dc7daecc" providerId="ADAL" clId="{6BDFFF46-ADBB-4027-902B-3C2803C06532}" dt="2026-02-20T16:36:05.503" v="931"/>
          <ac:spMkLst>
            <pc:docMk/>
            <pc:sldMk cId="2003528235" sldId="261"/>
            <ac:spMk id="15" creationId="{4282730D-07F0-46DB-6511-58996F47F33B}"/>
          </ac:spMkLst>
        </pc:spChg>
        <pc:spChg chg="add mod">
          <ac:chgData name="Ana Patricia Montes Pimienta" userId="9786d5c3-4483-4bfe-82f8-0628dc7daecc" providerId="ADAL" clId="{6BDFFF46-ADBB-4027-902B-3C2803C06532}" dt="2026-02-20T16:36:25.214" v="989" actId="20577"/>
          <ac:spMkLst>
            <pc:docMk/>
            <pc:sldMk cId="2003528235" sldId="261"/>
            <ac:spMk id="16" creationId="{EE8990C4-158F-AED4-219D-1DCB137BFDA6}"/>
          </ac:spMkLst>
        </pc:spChg>
        <pc:spChg chg="add mod">
          <ac:chgData name="Ana Patricia Montes Pimienta" userId="9786d5c3-4483-4bfe-82f8-0628dc7daecc" providerId="ADAL" clId="{6BDFFF46-ADBB-4027-902B-3C2803C06532}" dt="2026-02-20T19:06:49.077" v="1832" actId="20577"/>
          <ac:spMkLst>
            <pc:docMk/>
            <pc:sldMk cId="2003528235" sldId="261"/>
            <ac:spMk id="17" creationId="{9837A943-F5BC-FBD1-83F9-E2E2B53D942F}"/>
          </ac:spMkLst>
        </pc:spChg>
        <pc:spChg chg="add mod">
          <ac:chgData name="Ana Patricia Montes Pimienta" userId="9786d5c3-4483-4bfe-82f8-0628dc7daecc" providerId="ADAL" clId="{6BDFFF46-ADBB-4027-902B-3C2803C06532}" dt="2026-02-20T19:06:34.491" v="1826" actId="1076"/>
          <ac:spMkLst>
            <pc:docMk/>
            <pc:sldMk cId="2003528235" sldId="261"/>
            <ac:spMk id="18" creationId="{20C1330A-6DF6-DFB2-54ED-A59B9DB043EE}"/>
          </ac:spMkLst>
        </pc:spChg>
        <pc:graphicFrameChg chg="mod modGraphic">
          <ac:chgData name="Ana Patricia Montes Pimienta" userId="9786d5c3-4483-4bfe-82f8-0628dc7daecc" providerId="ADAL" clId="{6BDFFF46-ADBB-4027-902B-3C2803C06532}" dt="2026-02-20T20:03:28.751" v="2721" actId="20577"/>
          <ac:graphicFrameMkLst>
            <pc:docMk/>
            <pc:sldMk cId="2003528235" sldId="261"/>
            <ac:graphicFrameMk id="7" creationId="{6BCA8A7C-9E89-14AA-F454-D647DFFA2630}"/>
          </ac:graphicFrameMkLst>
        </pc:graphicFrameChg>
        <pc:graphicFrameChg chg="del mod">
          <ac:chgData name="Ana Patricia Montes Pimienta" userId="9786d5c3-4483-4bfe-82f8-0628dc7daecc" providerId="ADAL" clId="{6BDFFF46-ADBB-4027-902B-3C2803C06532}" dt="2026-02-20T19:05:15.668" v="1819" actId="478"/>
          <ac:graphicFrameMkLst>
            <pc:docMk/>
            <pc:sldMk cId="2003528235" sldId="261"/>
            <ac:graphicFrameMk id="11" creationId="{D04B8A0D-8CF8-A807-F1F4-4310A08563D7}"/>
          </ac:graphicFrameMkLst>
        </pc:graphicFrameChg>
        <pc:picChg chg="mod">
          <ac:chgData name="Ana Patricia Montes Pimienta" userId="9786d5c3-4483-4bfe-82f8-0628dc7daecc" providerId="ADAL" clId="{6BDFFF46-ADBB-4027-902B-3C2803C06532}" dt="2026-02-20T19:07:15.338" v="1849" actId="1076"/>
          <ac:picMkLst>
            <pc:docMk/>
            <pc:sldMk cId="2003528235" sldId="261"/>
            <ac:picMk id="6" creationId="{7917E106-63EB-881C-F297-FC09B3FA5D71}"/>
          </ac:picMkLst>
        </pc:picChg>
      </pc:sldChg>
      <pc:sldChg chg="addSp delSp modSp mod">
        <pc:chgData name="Ana Patricia Montes Pimienta" userId="9786d5c3-4483-4bfe-82f8-0628dc7daecc" providerId="ADAL" clId="{6BDFFF46-ADBB-4027-902B-3C2803C06532}" dt="2026-02-20T21:21:32.295" v="4337" actId="20577"/>
        <pc:sldMkLst>
          <pc:docMk/>
          <pc:sldMk cId="3963734163" sldId="262"/>
        </pc:sldMkLst>
        <pc:spChg chg="del">
          <ac:chgData name="Ana Patricia Montes Pimienta" userId="9786d5c3-4483-4bfe-82f8-0628dc7daecc" providerId="ADAL" clId="{6BDFFF46-ADBB-4027-902B-3C2803C06532}" dt="2026-02-20T19:17:25.631" v="2006" actId="478"/>
          <ac:spMkLst>
            <pc:docMk/>
            <pc:sldMk cId="3963734163" sldId="262"/>
            <ac:spMk id="2" creationId="{8DD8C3AB-43B8-6166-0D7C-A0AEC497A7A1}"/>
          </ac:spMkLst>
        </pc:spChg>
        <pc:spChg chg="del">
          <ac:chgData name="Ana Patricia Montes Pimienta" userId="9786d5c3-4483-4bfe-82f8-0628dc7daecc" providerId="ADAL" clId="{6BDFFF46-ADBB-4027-902B-3C2803C06532}" dt="2026-02-20T19:17:25.631" v="2006" actId="478"/>
          <ac:spMkLst>
            <pc:docMk/>
            <pc:sldMk cId="3963734163" sldId="262"/>
            <ac:spMk id="3" creationId="{4B153C8D-DECD-8EB9-8CED-3DC62209DE62}"/>
          </ac:spMkLst>
        </pc:spChg>
        <pc:spChg chg="add del mod">
          <ac:chgData name="Ana Patricia Montes Pimienta" userId="9786d5c3-4483-4bfe-82f8-0628dc7daecc" providerId="ADAL" clId="{6BDFFF46-ADBB-4027-902B-3C2803C06532}" dt="2026-02-20T20:49:08.844" v="3762" actId="478"/>
          <ac:spMkLst>
            <pc:docMk/>
            <pc:sldMk cId="3963734163" sldId="262"/>
            <ac:spMk id="4" creationId="{46AC5AAB-BD1C-1B8E-3CF9-551B86DD3BAD}"/>
          </ac:spMkLst>
        </pc:spChg>
        <pc:spChg chg="add del mod">
          <ac:chgData name="Ana Patricia Montes Pimienta" userId="9786d5c3-4483-4bfe-82f8-0628dc7daecc" providerId="ADAL" clId="{6BDFFF46-ADBB-4027-902B-3C2803C06532}" dt="2026-02-20T19:17:33.075" v="2010" actId="478"/>
          <ac:spMkLst>
            <pc:docMk/>
            <pc:sldMk cId="3963734163" sldId="262"/>
            <ac:spMk id="6" creationId="{6288D072-BACB-946A-BFD9-62DF88CBCE2C}"/>
          </ac:spMkLst>
        </pc:spChg>
        <pc:spChg chg="mod">
          <ac:chgData name="Ana Patricia Montes Pimienta" userId="9786d5c3-4483-4bfe-82f8-0628dc7daecc" providerId="ADAL" clId="{6BDFFF46-ADBB-4027-902B-3C2803C06532}" dt="2026-02-20T19:22:00.146" v="2119" actId="113"/>
          <ac:spMkLst>
            <pc:docMk/>
            <pc:sldMk cId="3963734163" sldId="262"/>
            <ac:spMk id="8" creationId="{9C3F6BAE-965A-88EB-65F2-BCC6E961CE44}"/>
          </ac:spMkLst>
        </pc:spChg>
        <pc:spChg chg="mod">
          <ac:chgData name="Ana Patricia Montes Pimienta" userId="9786d5c3-4483-4bfe-82f8-0628dc7daecc" providerId="ADAL" clId="{6BDFFF46-ADBB-4027-902B-3C2803C06532}" dt="2026-02-20T19:22:00.146" v="2119" actId="113"/>
          <ac:spMkLst>
            <pc:docMk/>
            <pc:sldMk cId="3963734163" sldId="262"/>
            <ac:spMk id="9" creationId="{751035E8-820E-A818-79CC-9BD7055C5F70}"/>
          </ac:spMkLst>
        </pc:spChg>
        <pc:spChg chg="del">
          <ac:chgData name="Ana Patricia Montes Pimienta" userId="9786d5c3-4483-4bfe-82f8-0628dc7daecc" providerId="ADAL" clId="{6BDFFF46-ADBB-4027-902B-3C2803C06532}" dt="2026-02-20T19:16:54.836" v="1988" actId="478"/>
          <ac:spMkLst>
            <pc:docMk/>
            <pc:sldMk cId="3963734163" sldId="262"/>
            <ac:spMk id="10" creationId="{F65956D1-1552-C395-200D-ED9AC9439DFB}"/>
          </ac:spMkLst>
        </pc:spChg>
        <pc:spChg chg="del">
          <ac:chgData name="Ana Patricia Montes Pimienta" userId="9786d5c3-4483-4bfe-82f8-0628dc7daecc" providerId="ADAL" clId="{6BDFFF46-ADBB-4027-902B-3C2803C06532}" dt="2026-02-20T19:16:54.836" v="1988" actId="478"/>
          <ac:spMkLst>
            <pc:docMk/>
            <pc:sldMk cId="3963734163" sldId="262"/>
            <ac:spMk id="11" creationId="{18845E92-3F66-4C40-E10F-8510AB9DA4A3}"/>
          </ac:spMkLst>
        </pc:spChg>
        <pc:spChg chg="add del mod">
          <ac:chgData name="Ana Patricia Montes Pimienta" userId="9786d5c3-4483-4bfe-82f8-0628dc7daecc" providerId="ADAL" clId="{6BDFFF46-ADBB-4027-902B-3C2803C06532}" dt="2026-02-20T19:17:28.824" v="2008" actId="478"/>
          <ac:spMkLst>
            <pc:docMk/>
            <pc:sldMk cId="3963734163" sldId="262"/>
            <ac:spMk id="12" creationId="{757237B6-AFC6-7479-E540-1305CABC2363}"/>
          </ac:spMkLst>
        </pc:spChg>
        <pc:spChg chg="add del mod">
          <ac:chgData name="Ana Patricia Montes Pimienta" userId="9786d5c3-4483-4bfe-82f8-0628dc7daecc" providerId="ADAL" clId="{6BDFFF46-ADBB-4027-902B-3C2803C06532}" dt="2026-02-20T19:17:30.276" v="2009" actId="478"/>
          <ac:spMkLst>
            <pc:docMk/>
            <pc:sldMk cId="3963734163" sldId="262"/>
            <ac:spMk id="14" creationId="{87119D4D-AA40-F47F-0F88-174C2E51BEC3}"/>
          </ac:spMkLst>
        </pc:spChg>
        <pc:spChg chg="add del mod">
          <ac:chgData name="Ana Patricia Montes Pimienta" userId="9786d5c3-4483-4bfe-82f8-0628dc7daecc" providerId="ADAL" clId="{6BDFFF46-ADBB-4027-902B-3C2803C06532}" dt="2026-02-20T19:17:36.576" v="2011" actId="478"/>
          <ac:spMkLst>
            <pc:docMk/>
            <pc:sldMk cId="3963734163" sldId="262"/>
            <ac:spMk id="16" creationId="{E4FD6EE5-C470-0DDE-F005-34E5ADD13971}"/>
          </ac:spMkLst>
        </pc:spChg>
        <pc:spChg chg="add mod">
          <ac:chgData name="Ana Patricia Montes Pimienta" userId="9786d5c3-4483-4bfe-82f8-0628dc7daecc" providerId="ADAL" clId="{6BDFFF46-ADBB-4027-902B-3C2803C06532}" dt="2026-02-20T19:17:37.094" v="2012"/>
          <ac:spMkLst>
            <pc:docMk/>
            <pc:sldMk cId="3963734163" sldId="262"/>
            <ac:spMk id="18" creationId="{08C45EE1-11C9-5031-C9FE-3733AC04459F}"/>
          </ac:spMkLst>
        </pc:spChg>
        <pc:spChg chg="del">
          <ac:chgData name="Ana Patricia Montes Pimienta" userId="9786d5c3-4483-4bfe-82f8-0628dc7daecc" providerId="ADAL" clId="{6BDFFF46-ADBB-4027-902B-3C2803C06532}" dt="2026-02-20T19:17:06.774" v="1992" actId="478"/>
          <ac:spMkLst>
            <pc:docMk/>
            <pc:sldMk cId="3963734163" sldId="262"/>
            <ac:spMk id="20" creationId="{54733E9F-9172-52F8-47D6-86C1FD710D5D}"/>
          </ac:spMkLst>
        </pc:spChg>
        <pc:spChg chg="add mod">
          <ac:chgData name="Ana Patricia Montes Pimienta" userId="9786d5c3-4483-4bfe-82f8-0628dc7daecc" providerId="ADAL" clId="{6BDFFF46-ADBB-4027-902B-3C2803C06532}" dt="2026-02-20T19:19:22.655" v="2094" actId="20577"/>
          <ac:spMkLst>
            <pc:docMk/>
            <pc:sldMk cId="3963734163" sldId="262"/>
            <ac:spMk id="22" creationId="{A345E35F-D9D6-5537-AF15-69CF1FA0864D}"/>
          </ac:spMkLst>
        </pc:spChg>
        <pc:spChg chg="add mod">
          <ac:chgData name="Ana Patricia Montes Pimienta" userId="9786d5c3-4483-4bfe-82f8-0628dc7daecc" providerId="ADAL" clId="{6BDFFF46-ADBB-4027-902B-3C2803C06532}" dt="2026-02-20T21:21:32.295" v="4337" actId="20577"/>
          <ac:spMkLst>
            <pc:docMk/>
            <pc:sldMk cId="3963734163" sldId="262"/>
            <ac:spMk id="24" creationId="{25F4B8D1-DAD2-214E-A3DB-2036A0004ECD}"/>
          </ac:spMkLst>
        </pc:spChg>
        <pc:picChg chg="mod ord">
          <ac:chgData name="Ana Patricia Montes Pimienta" userId="9786d5c3-4483-4bfe-82f8-0628dc7daecc" providerId="ADAL" clId="{6BDFFF46-ADBB-4027-902B-3C2803C06532}" dt="2026-02-20T19:19:12.188" v="2092" actId="2085"/>
          <ac:picMkLst>
            <pc:docMk/>
            <pc:sldMk cId="3963734163" sldId="262"/>
            <ac:picMk id="13" creationId="{7DFEC0D9-0EF7-4D67-6C92-1B353C6295FF}"/>
          </ac:picMkLst>
        </pc:picChg>
        <pc:picChg chg="del mod">
          <ac:chgData name="Ana Patricia Montes Pimienta" userId="9786d5c3-4483-4bfe-82f8-0628dc7daecc" providerId="ADAL" clId="{6BDFFF46-ADBB-4027-902B-3C2803C06532}" dt="2026-02-20T19:16:54.836" v="1988" actId="478"/>
          <ac:picMkLst>
            <pc:docMk/>
            <pc:sldMk cId="3963734163" sldId="262"/>
            <ac:picMk id="15" creationId="{D8C516F6-9301-2F76-1B46-A1433232EE25}"/>
          </ac:picMkLst>
        </pc:picChg>
        <pc:picChg chg="del mod ord">
          <ac:chgData name="Ana Patricia Montes Pimienta" userId="9786d5c3-4483-4bfe-82f8-0628dc7daecc" providerId="ADAL" clId="{6BDFFF46-ADBB-4027-902B-3C2803C06532}" dt="2026-02-20T19:21:28.814" v="2112" actId="21"/>
          <ac:picMkLst>
            <pc:docMk/>
            <pc:sldMk cId="3963734163" sldId="262"/>
            <ac:picMk id="17" creationId="{0C7F2F23-ED83-150C-818D-E51512C9A96E}"/>
          </ac:picMkLst>
        </pc:picChg>
        <pc:picChg chg="del mod">
          <ac:chgData name="Ana Patricia Montes Pimienta" userId="9786d5c3-4483-4bfe-82f8-0628dc7daecc" providerId="ADAL" clId="{6BDFFF46-ADBB-4027-902B-3C2803C06532}" dt="2026-02-20T19:16:54.836" v="1988" actId="478"/>
          <ac:picMkLst>
            <pc:docMk/>
            <pc:sldMk cId="3963734163" sldId="262"/>
            <ac:picMk id="19" creationId="{AEA77313-17A5-A0E3-F32A-3CF8BA1A93C5}"/>
          </ac:picMkLst>
        </pc:picChg>
        <pc:picChg chg="add mod">
          <ac:chgData name="Ana Patricia Montes Pimienta" userId="9786d5c3-4483-4bfe-82f8-0628dc7daecc" providerId="ADAL" clId="{6BDFFF46-ADBB-4027-902B-3C2803C06532}" dt="2026-02-20T19:21:41.581" v="2117" actId="1076"/>
          <ac:picMkLst>
            <pc:docMk/>
            <pc:sldMk cId="3963734163" sldId="262"/>
            <ac:picMk id="23" creationId="{875FBBA1-6A90-6DDB-9391-56C2F4744558}"/>
          </ac:picMkLst>
        </pc:picChg>
      </pc:sldChg>
      <pc:sldChg chg="delSp del mod">
        <pc:chgData name="Ana Patricia Montes Pimienta" userId="9786d5c3-4483-4bfe-82f8-0628dc7daecc" providerId="ADAL" clId="{6BDFFF46-ADBB-4027-902B-3C2803C06532}" dt="2026-02-20T17:09:38.761" v="1598" actId="47"/>
        <pc:sldMkLst>
          <pc:docMk/>
          <pc:sldMk cId="3890803294" sldId="263"/>
        </pc:sldMkLst>
        <pc:picChg chg="del">
          <ac:chgData name="Ana Patricia Montes Pimienta" userId="9786d5c3-4483-4bfe-82f8-0628dc7daecc" providerId="ADAL" clId="{6BDFFF46-ADBB-4027-902B-3C2803C06532}" dt="2026-02-20T17:06:47.567" v="1488" actId="478"/>
          <ac:picMkLst>
            <pc:docMk/>
            <pc:sldMk cId="3890803294" sldId="263"/>
            <ac:picMk id="6" creationId="{ACA74C24-3427-C9D8-2DAC-3D83C9F0771A}"/>
          </ac:picMkLst>
        </pc:picChg>
      </pc:sldChg>
      <pc:sldChg chg="addSp delSp modSp mod">
        <pc:chgData name="Ana Patricia Montes Pimienta" userId="9786d5c3-4483-4bfe-82f8-0628dc7daecc" providerId="ADAL" clId="{6BDFFF46-ADBB-4027-902B-3C2803C06532}" dt="2026-02-20T21:21:17.649" v="4331" actId="20577"/>
        <pc:sldMkLst>
          <pc:docMk/>
          <pc:sldMk cId="3340082581" sldId="264"/>
        </pc:sldMkLst>
        <pc:spChg chg="del">
          <ac:chgData name="Ana Patricia Montes Pimienta" userId="9786d5c3-4483-4bfe-82f8-0628dc7daecc" providerId="ADAL" clId="{6BDFFF46-ADBB-4027-902B-3C2803C06532}" dt="2026-02-20T16:25:12.156" v="766" actId="478"/>
          <ac:spMkLst>
            <pc:docMk/>
            <pc:sldMk cId="3340082581" sldId="264"/>
            <ac:spMk id="2" creationId="{0C2A653E-8C5E-9429-31D7-E33DB3C413C3}"/>
          </ac:spMkLst>
        </pc:spChg>
        <pc:spChg chg="del">
          <ac:chgData name="Ana Patricia Montes Pimienta" userId="9786d5c3-4483-4bfe-82f8-0628dc7daecc" providerId="ADAL" clId="{6BDFFF46-ADBB-4027-902B-3C2803C06532}" dt="2026-02-20T16:25:12.156" v="766" actId="478"/>
          <ac:spMkLst>
            <pc:docMk/>
            <pc:sldMk cId="3340082581" sldId="264"/>
            <ac:spMk id="3" creationId="{0E946990-FBB7-B9CF-3763-0B4CBF0298C5}"/>
          </ac:spMkLst>
        </pc:spChg>
        <pc:spChg chg="del mod">
          <ac:chgData name="Ana Patricia Montes Pimienta" userId="9786d5c3-4483-4bfe-82f8-0628dc7daecc" providerId="ADAL" clId="{6BDFFF46-ADBB-4027-902B-3C2803C06532}" dt="2026-02-20T16:35:35.014" v="926" actId="478"/>
          <ac:spMkLst>
            <pc:docMk/>
            <pc:sldMk cId="3340082581" sldId="264"/>
            <ac:spMk id="7" creationId="{5563C0B9-E498-36F2-CE2D-C89F205DEF37}"/>
          </ac:spMkLst>
        </pc:spChg>
        <pc:spChg chg="mod">
          <ac:chgData name="Ana Patricia Montes Pimienta" userId="9786d5c3-4483-4bfe-82f8-0628dc7daecc" providerId="ADAL" clId="{6BDFFF46-ADBB-4027-902B-3C2803C06532}" dt="2026-02-20T16:33:07.907" v="925" actId="14100"/>
          <ac:spMkLst>
            <pc:docMk/>
            <pc:sldMk cId="3340082581" sldId="264"/>
            <ac:spMk id="8" creationId="{4AEFC472-F91D-B8BE-2361-4C734A622A4B}"/>
          </ac:spMkLst>
        </pc:spChg>
        <pc:spChg chg="del mod">
          <ac:chgData name="Ana Patricia Montes Pimienta" userId="9786d5c3-4483-4bfe-82f8-0628dc7daecc" providerId="ADAL" clId="{6BDFFF46-ADBB-4027-902B-3C2803C06532}" dt="2026-02-20T16:31:39.339" v="904"/>
          <ac:spMkLst>
            <pc:docMk/>
            <pc:sldMk cId="3340082581" sldId="264"/>
            <ac:spMk id="9" creationId="{1166DC72-A9A3-6F1B-7ACD-7F1E87B57CC3}"/>
          </ac:spMkLst>
        </pc:spChg>
        <pc:spChg chg="mod ord">
          <ac:chgData name="Ana Patricia Montes Pimienta" userId="9786d5c3-4483-4bfe-82f8-0628dc7daecc" providerId="ADAL" clId="{6BDFFF46-ADBB-4027-902B-3C2803C06532}" dt="2026-02-20T16:32:56.901" v="922" actId="166"/>
          <ac:spMkLst>
            <pc:docMk/>
            <pc:sldMk cId="3340082581" sldId="264"/>
            <ac:spMk id="10" creationId="{4B4613BB-4FF4-D36A-EF68-89A31B8F4A16}"/>
          </ac:spMkLst>
        </pc:spChg>
        <pc:spChg chg="del mod">
          <ac:chgData name="Ana Patricia Montes Pimienta" userId="9786d5c3-4483-4bfe-82f8-0628dc7daecc" providerId="ADAL" clId="{6BDFFF46-ADBB-4027-902B-3C2803C06532}" dt="2026-02-20T20:57:23.538" v="4020" actId="478"/>
          <ac:spMkLst>
            <pc:docMk/>
            <pc:sldMk cId="3340082581" sldId="264"/>
            <ac:spMk id="11" creationId="{DDF8D9C7-D1CF-2117-230E-72FBEDB035B0}"/>
          </ac:spMkLst>
        </pc:spChg>
        <pc:spChg chg="add del mod">
          <ac:chgData name="Ana Patricia Montes Pimienta" userId="9786d5c3-4483-4bfe-82f8-0628dc7daecc" providerId="ADAL" clId="{6BDFFF46-ADBB-4027-902B-3C2803C06532}" dt="2026-02-20T16:25:16.865" v="767" actId="478"/>
          <ac:spMkLst>
            <pc:docMk/>
            <pc:sldMk cId="3340082581" sldId="264"/>
            <ac:spMk id="12" creationId="{F6A0B5D8-D149-3DFD-A8C5-21166329DA12}"/>
          </ac:spMkLst>
        </pc:spChg>
        <pc:spChg chg="add del mod">
          <ac:chgData name="Ana Patricia Montes Pimienta" userId="9786d5c3-4483-4bfe-82f8-0628dc7daecc" providerId="ADAL" clId="{6BDFFF46-ADBB-4027-902B-3C2803C06532}" dt="2026-02-20T16:25:16.865" v="767" actId="478"/>
          <ac:spMkLst>
            <pc:docMk/>
            <pc:sldMk cId="3340082581" sldId="264"/>
            <ac:spMk id="15" creationId="{B360DF45-59E2-348D-DFF4-137C241D4DFC}"/>
          </ac:spMkLst>
        </pc:spChg>
        <pc:spChg chg="add mod">
          <ac:chgData name="Ana Patricia Montes Pimienta" userId="9786d5c3-4483-4bfe-82f8-0628dc7daecc" providerId="ADAL" clId="{6BDFFF46-ADBB-4027-902B-3C2803C06532}" dt="2026-02-20T16:25:17.749" v="768"/>
          <ac:spMkLst>
            <pc:docMk/>
            <pc:sldMk cId="3340082581" sldId="264"/>
            <ac:spMk id="16" creationId="{113268A4-F791-A74B-C69A-24EDA77FCD69}"/>
          </ac:spMkLst>
        </pc:spChg>
        <pc:spChg chg="add mod">
          <ac:chgData name="Ana Patricia Montes Pimienta" userId="9786d5c3-4483-4bfe-82f8-0628dc7daecc" providerId="ADAL" clId="{6BDFFF46-ADBB-4027-902B-3C2803C06532}" dt="2026-02-20T16:25:28.333" v="790" actId="20577"/>
          <ac:spMkLst>
            <pc:docMk/>
            <pc:sldMk cId="3340082581" sldId="264"/>
            <ac:spMk id="17" creationId="{71E957A4-97A7-4352-479E-1A5C06073F59}"/>
          </ac:spMkLst>
        </pc:spChg>
        <pc:spChg chg="add del">
          <ac:chgData name="Ana Patricia Montes Pimienta" userId="9786d5c3-4483-4bfe-82f8-0628dc7daecc" providerId="ADAL" clId="{6BDFFF46-ADBB-4027-902B-3C2803C06532}" dt="2026-02-20T20:57:26.912" v="4024" actId="22"/>
          <ac:spMkLst>
            <pc:docMk/>
            <pc:sldMk cId="3340082581" sldId="264"/>
            <ac:spMk id="19" creationId="{2E9AC98B-D90F-0C1F-4A1D-5A119F4D0B35}"/>
          </ac:spMkLst>
        </pc:spChg>
        <pc:spChg chg="add mod">
          <ac:chgData name="Ana Patricia Montes Pimienta" userId="9786d5c3-4483-4bfe-82f8-0628dc7daecc" providerId="ADAL" clId="{6BDFFF46-ADBB-4027-902B-3C2803C06532}" dt="2026-02-20T21:21:17.649" v="4331" actId="20577"/>
          <ac:spMkLst>
            <pc:docMk/>
            <pc:sldMk cId="3340082581" sldId="264"/>
            <ac:spMk id="21" creationId="{28163785-866A-9121-D760-4F1B77818D87}"/>
          </ac:spMkLst>
        </pc:spChg>
        <pc:picChg chg="mod">
          <ac:chgData name="Ana Patricia Montes Pimienta" userId="9786d5c3-4483-4bfe-82f8-0628dc7daecc" providerId="ADAL" clId="{6BDFFF46-ADBB-4027-902B-3C2803C06532}" dt="2026-02-20T21:10:36.744" v="4290" actId="1076"/>
          <ac:picMkLst>
            <pc:docMk/>
            <pc:sldMk cId="3340082581" sldId="264"/>
            <ac:picMk id="4" creationId="{28E80222-AA99-F6CB-DF48-835CE050C7E2}"/>
          </ac:picMkLst>
        </pc:picChg>
        <pc:picChg chg="mod">
          <ac:chgData name="Ana Patricia Montes Pimienta" userId="9786d5c3-4483-4bfe-82f8-0628dc7daecc" providerId="ADAL" clId="{6BDFFF46-ADBB-4027-902B-3C2803C06532}" dt="2026-02-20T16:26:39.894" v="793" actId="2085"/>
          <ac:picMkLst>
            <pc:docMk/>
            <pc:sldMk cId="3340082581" sldId="264"/>
            <ac:picMk id="14" creationId="{0B51A2E4-BE72-0D7D-CC41-030245035802}"/>
          </ac:picMkLst>
        </pc:picChg>
      </pc:sldChg>
      <pc:sldChg chg="addSp delSp modSp mod">
        <pc:chgData name="Ana Patricia Montes Pimienta" userId="9786d5c3-4483-4bfe-82f8-0628dc7daecc" providerId="ADAL" clId="{6BDFFF46-ADBB-4027-902B-3C2803C06532}" dt="2026-02-20T21:21:39.977" v="4341" actId="20577"/>
        <pc:sldMkLst>
          <pc:docMk/>
          <pc:sldMk cId="2464463669" sldId="265"/>
        </pc:sldMkLst>
        <pc:spChg chg="del mod ord">
          <ac:chgData name="Ana Patricia Montes Pimienta" userId="9786d5c3-4483-4bfe-82f8-0628dc7daecc" providerId="ADAL" clId="{6BDFFF46-ADBB-4027-902B-3C2803C06532}" dt="2026-02-20T19:24:39.541" v="2165" actId="478"/>
          <ac:spMkLst>
            <pc:docMk/>
            <pc:sldMk cId="2464463669" sldId="265"/>
            <ac:spMk id="2" creationId="{7F42B5FE-7AF9-BE65-F27B-B1D3AF833B9D}"/>
          </ac:spMkLst>
        </pc:spChg>
        <pc:spChg chg="del mod ord">
          <ac:chgData name="Ana Patricia Montes Pimienta" userId="9786d5c3-4483-4bfe-82f8-0628dc7daecc" providerId="ADAL" clId="{6BDFFF46-ADBB-4027-902B-3C2803C06532}" dt="2026-02-20T19:24:43.118" v="2166" actId="478"/>
          <ac:spMkLst>
            <pc:docMk/>
            <pc:sldMk cId="2464463669" sldId="265"/>
            <ac:spMk id="3" creationId="{512FB636-FFE5-C142-613C-39347FA11D4E}"/>
          </ac:spMkLst>
        </pc:spChg>
        <pc:spChg chg="mod">
          <ac:chgData name="Ana Patricia Montes Pimienta" userId="9786d5c3-4483-4bfe-82f8-0628dc7daecc" providerId="ADAL" clId="{6BDFFF46-ADBB-4027-902B-3C2803C06532}" dt="2026-02-20T19:28:44.664" v="2300" actId="693"/>
          <ac:spMkLst>
            <pc:docMk/>
            <pc:sldMk cId="2464463669" sldId="265"/>
            <ac:spMk id="4" creationId="{C0F12000-6344-CB7C-F8AE-E3B505660421}"/>
          </ac:spMkLst>
        </pc:spChg>
        <pc:spChg chg="add mod">
          <ac:chgData name="Ana Patricia Montes Pimienta" userId="9786d5c3-4483-4bfe-82f8-0628dc7daecc" providerId="ADAL" clId="{6BDFFF46-ADBB-4027-902B-3C2803C06532}" dt="2026-02-20T19:24:55.155" v="2183" actId="20577"/>
          <ac:spMkLst>
            <pc:docMk/>
            <pc:sldMk cId="2464463669" sldId="265"/>
            <ac:spMk id="5" creationId="{C202FB73-E1B8-F999-F3A3-9E627BDD5992}"/>
          </ac:spMkLst>
        </pc:spChg>
        <pc:spChg chg="add mod">
          <ac:chgData name="Ana Patricia Montes Pimienta" userId="9786d5c3-4483-4bfe-82f8-0628dc7daecc" providerId="ADAL" clId="{6BDFFF46-ADBB-4027-902B-3C2803C06532}" dt="2026-02-20T19:24:34.893" v="2164" actId="20577"/>
          <ac:spMkLst>
            <pc:docMk/>
            <pc:sldMk cId="2464463669" sldId="265"/>
            <ac:spMk id="9" creationId="{4DE24818-5129-5DA7-C586-11F348AFD151}"/>
          </ac:spMkLst>
        </pc:spChg>
        <pc:spChg chg="del">
          <ac:chgData name="Ana Patricia Montes Pimienta" userId="9786d5c3-4483-4bfe-82f8-0628dc7daecc" providerId="ADAL" clId="{6BDFFF46-ADBB-4027-902B-3C2803C06532}" dt="2026-02-20T16:53:21.481" v="1361" actId="478"/>
          <ac:spMkLst>
            <pc:docMk/>
            <pc:sldMk cId="2464463669" sldId="265"/>
            <ac:spMk id="10" creationId="{FDC3B14E-CD5C-6BED-A08C-3958F8334658}"/>
          </ac:spMkLst>
        </pc:spChg>
        <pc:spChg chg="del mod">
          <ac:chgData name="Ana Patricia Montes Pimienta" userId="9786d5c3-4483-4bfe-82f8-0628dc7daecc" providerId="ADAL" clId="{6BDFFF46-ADBB-4027-902B-3C2803C06532}" dt="2026-02-20T20:54:00.966" v="3980" actId="478"/>
          <ac:spMkLst>
            <pc:docMk/>
            <pc:sldMk cId="2464463669" sldId="265"/>
            <ac:spMk id="11" creationId="{5CFEFBAA-4DA1-A6A1-CA8A-91501AF50151}"/>
          </ac:spMkLst>
        </pc:spChg>
        <pc:spChg chg="del mod">
          <ac:chgData name="Ana Patricia Montes Pimienta" userId="9786d5c3-4483-4bfe-82f8-0628dc7daecc" providerId="ADAL" clId="{6BDFFF46-ADBB-4027-902B-3C2803C06532}" dt="2026-02-20T19:26:50.728" v="2235" actId="478"/>
          <ac:spMkLst>
            <pc:docMk/>
            <pc:sldMk cId="2464463669" sldId="265"/>
            <ac:spMk id="12" creationId="{46CC0AAE-97D5-1446-0A97-12C06AA7208A}"/>
          </ac:spMkLst>
        </pc:spChg>
        <pc:spChg chg="mod">
          <ac:chgData name="Ana Patricia Montes Pimienta" userId="9786d5c3-4483-4bfe-82f8-0628dc7daecc" providerId="ADAL" clId="{6BDFFF46-ADBB-4027-902B-3C2803C06532}" dt="2026-02-20T20:54:08.584" v="3982" actId="14100"/>
          <ac:spMkLst>
            <pc:docMk/>
            <pc:sldMk cId="2464463669" sldId="265"/>
            <ac:spMk id="14" creationId="{F38C0789-44EC-EEAE-0740-5D80C2068A5D}"/>
          </ac:spMkLst>
        </pc:spChg>
        <pc:spChg chg="add del mod">
          <ac:chgData name="Ana Patricia Montes Pimienta" userId="9786d5c3-4483-4bfe-82f8-0628dc7daecc" providerId="ADAL" clId="{6BDFFF46-ADBB-4027-902B-3C2803C06532}" dt="2026-02-20T19:24:45.192" v="2167" actId="478"/>
          <ac:spMkLst>
            <pc:docMk/>
            <pc:sldMk cId="2464463669" sldId="265"/>
            <ac:spMk id="16" creationId="{236AA6E7-2EAF-2482-6508-5AE226FB06A5}"/>
          </ac:spMkLst>
        </pc:spChg>
        <pc:spChg chg="add del mod">
          <ac:chgData name="Ana Patricia Montes Pimienta" userId="9786d5c3-4483-4bfe-82f8-0628dc7daecc" providerId="ADAL" clId="{6BDFFF46-ADBB-4027-902B-3C2803C06532}" dt="2026-02-20T19:24:46.965" v="2168" actId="478"/>
          <ac:spMkLst>
            <pc:docMk/>
            <pc:sldMk cId="2464463669" sldId="265"/>
            <ac:spMk id="18" creationId="{72DFE853-5801-699A-6DF5-09314630313F}"/>
          </ac:spMkLst>
        </pc:spChg>
        <pc:spChg chg="add mod">
          <ac:chgData name="Ana Patricia Montes Pimienta" userId="9786d5c3-4483-4bfe-82f8-0628dc7daecc" providerId="ADAL" clId="{6BDFFF46-ADBB-4027-902B-3C2803C06532}" dt="2026-02-20T21:21:39.977" v="4341" actId="20577"/>
          <ac:spMkLst>
            <pc:docMk/>
            <pc:sldMk cId="2464463669" sldId="265"/>
            <ac:spMk id="20" creationId="{F089E3A0-CCBA-8DF7-3CE7-9D204662EC4B}"/>
          </ac:spMkLst>
        </pc:spChg>
        <pc:picChg chg="mod">
          <ac:chgData name="Ana Patricia Montes Pimienta" userId="9786d5c3-4483-4bfe-82f8-0628dc7daecc" providerId="ADAL" clId="{6BDFFF46-ADBB-4027-902B-3C2803C06532}" dt="2026-02-20T19:27:43.054" v="2292" actId="1076"/>
          <ac:picMkLst>
            <pc:docMk/>
            <pc:sldMk cId="2464463669" sldId="265"/>
            <ac:picMk id="6" creationId="{F3B416B0-EAF8-0AEF-72CF-89E6648E0455}"/>
          </ac:picMkLst>
        </pc:picChg>
        <pc:picChg chg="mod">
          <ac:chgData name="Ana Patricia Montes Pimienta" userId="9786d5c3-4483-4bfe-82f8-0628dc7daecc" providerId="ADAL" clId="{6BDFFF46-ADBB-4027-902B-3C2803C06532}" dt="2026-02-20T19:27:43.054" v="2292" actId="1076"/>
          <ac:picMkLst>
            <pc:docMk/>
            <pc:sldMk cId="2464463669" sldId="265"/>
            <ac:picMk id="7" creationId="{C461B764-7BB3-6951-56C4-C99A5E951998}"/>
          </ac:picMkLst>
        </pc:picChg>
        <pc:cxnChg chg="mod">
          <ac:chgData name="Ana Patricia Montes Pimienta" userId="9786d5c3-4483-4bfe-82f8-0628dc7daecc" providerId="ADAL" clId="{6BDFFF46-ADBB-4027-902B-3C2803C06532}" dt="2026-02-20T19:28:25.891" v="2297" actId="693"/>
          <ac:cxnSpMkLst>
            <pc:docMk/>
            <pc:sldMk cId="2464463669" sldId="265"/>
            <ac:cxnSpMk id="8" creationId="{B89D37E5-C74E-AA96-46A9-805CC1422E7E}"/>
          </ac:cxnSpMkLst>
        </pc:cxnChg>
      </pc:sldChg>
      <pc:sldChg chg="addSp modSp del mod">
        <pc:chgData name="Ana Patricia Montes Pimienta" userId="9786d5c3-4483-4bfe-82f8-0628dc7daecc" providerId="ADAL" clId="{6BDFFF46-ADBB-4027-902B-3C2803C06532}" dt="2026-02-20T19:30:23.368" v="2316" actId="47"/>
        <pc:sldMkLst>
          <pc:docMk/>
          <pc:sldMk cId="1457770510" sldId="266"/>
        </pc:sldMkLst>
        <pc:spChg chg="add mod">
          <ac:chgData name="Ana Patricia Montes Pimienta" userId="9786d5c3-4483-4bfe-82f8-0628dc7daecc" providerId="ADAL" clId="{6BDFFF46-ADBB-4027-902B-3C2803C06532}" dt="2026-02-20T16:56:25.203" v="1407" actId="1076"/>
          <ac:spMkLst>
            <pc:docMk/>
            <pc:sldMk cId="1457770510" sldId="266"/>
            <ac:spMk id="4" creationId="{ADF8F32C-B595-84AC-F251-86F3CC6DAEB4}"/>
          </ac:spMkLst>
        </pc:spChg>
        <pc:picChg chg="mod">
          <ac:chgData name="Ana Patricia Montes Pimienta" userId="9786d5c3-4483-4bfe-82f8-0628dc7daecc" providerId="ADAL" clId="{6BDFFF46-ADBB-4027-902B-3C2803C06532}" dt="2026-02-20T16:55:42.833" v="1380" actId="14100"/>
          <ac:picMkLst>
            <pc:docMk/>
            <pc:sldMk cId="1457770510" sldId="266"/>
            <ac:picMk id="5" creationId="{C611FE9C-0442-D263-CEDA-5F5925CD8B0F}"/>
          </ac:picMkLst>
        </pc:picChg>
      </pc:sldChg>
      <pc:sldChg chg="del">
        <pc:chgData name="Ana Patricia Montes Pimienta" userId="9786d5c3-4483-4bfe-82f8-0628dc7daecc" providerId="ADAL" clId="{6BDFFF46-ADBB-4027-902B-3C2803C06532}" dt="2026-02-20T19:35:32.297" v="2515" actId="47"/>
        <pc:sldMkLst>
          <pc:docMk/>
          <pc:sldMk cId="2167357744" sldId="267"/>
        </pc:sldMkLst>
      </pc:sldChg>
      <pc:sldChg chg="del">
        <pc:chgData name="Ana Patricia Montes Pimienta" userId="9786d5c3-4483-4bfe-82f8-0628dc7daecc" providerId="ADAL" clId="{6BDFFF46-ADBB-4027-902B-3C2803C06532}" dt="2026-02-20T19:36:23.316" v="2535" actId="47"/>
        <pc:sldMkLst>
          <pc:docMk/>
          <pc:sldMk cId="3096144071" sldId="268"/>
        </pc:sldMkLst>
      </pc:sldChg>
      <pc:sldChg chg="del">
        <pc:chgData name="Ana Patricia Montes Pimienta" userId="9786d5c3-4483-4bfe-82f8-0628dc7daecc" providerId="ADAL" clId="{6BDFFF46-ADBB-4027-902B-3C2803C06532}" dt="2026-02-20T19:37:15.324" v="2571" actId="47"/>
        <pc:sldMkLst>
          <pc:docMk/>
          <pc:sldMk cId="3372078286" sldId="269"/>
        </pc:sldMkLst>
      </pc:sldChg>
      <pc:sldChg chg="del">
        <pc:chgData name="Ana Patricia Montes Pimienta" userId="9786d5c3-4483-4bfe-82f8-0628dc7daecc" providerId="ADAL" clId="{6BDFFF46-ADBB-4027-902B-3C2803C06532}" dt="2026-02-20T19:38:11.139" v="2622" actId="47"/>
        <pc:sldMkLst>
          <pc:docMk/>
          <pc:sldMk cId="1023327304" sldId="270"/>
        </pc:sldMkLst>
      </pc:sldChg>
      <pc:sldChg chg="modSp del mod">
        <pc:chgData name="Ana Patricia Montes Pimienta" userId="9786d5c3-4483-4bfe-82f8-0628dc7daecc" providerId="ADAL" clId="{6BDFFF46-ADBB-4027-902B-3C2803C06532}" dt="2026-02-20T19:09:54.144" v="1912" actId="47"/>
        <pc:sldMkLst>
          <pc:docMk/>
          <pc:sldMk cId="3200667451" sldId="271"/>
        </pc:sldMkLst>
        <pc:spChg chg="mod">
          <ac:chgData name="Ana Patricia Montes Pimienta" userId="9786d5c3-4483-4bfe-82f8-0628dc7daecc" providerId="ADAL" clId="{6BDFFF46-ADBB-4027-902B-3C2803C06532}" dt="2026-02-20T16:43:05.405" v="1192" actId="20577"/>
          <ac:spMkLst>
            <pc:docMk/>
            <pc:sldMk cId="3200667451" sldId="271"/>
            <ac:spMk id="2" creationId="{C76F5480-E9AC-3013-5F50-A16B7E541C71}"/>
          </ac:spMkLst>
        </pc:spChg>
      </pc:sldChg>
      <pc:sldChg chg="del">
        <pc:chgData name="Ana Patricia Montes Pimienta" userId="9786d5c3-4483-4bfe-82f8-0628dc7daecc" providerId="ADAL" clId="{6BDFFF46-ADBB-4027-902B-3C2803C06532}" dt="2026-02-20T17:22:44.689" v="1701" actId="47"/>
        <pc:sldMkLst>
          <pc:docMk/>
          <pc:sldMk cId="1562995063" sldId="272"/>
        </pc:sldMkLst>
      </pc:sldChg>
      <pc:sldChg chg="del">
        <pc:chgData name="Ana Patricia Montes Pimienta" userId="9786d5c3-4483-4bfe-82f8-0628dc7daecc" providerId="ADAL" clId="{6BDFFF46-ADBB-4027-902B-3C2803C06532}" dt="2026-02-20T17:22:44.689" v="1701" actId="47"/>
        <pc:sldMkLst>
          <pc:docMk/>
          <pc:sldMk cId="3706847110" sldId="273"/>
        </pc:sldMkLst>
      </pc:sldChg>
      <pc:sldChg chg="del">
        <pc:chgData name="Ana Patricia Montes Pimienta" userId="9786d5c3-4483-4bfe-82f8-0628dc7daecc" providerId="ADAL" clId="{6BDFFF46-ADBB-4027-902B-3C2803C06532}" dt="2026-02-20T17:22:44.689" v="1701" actId="47"/>
        <pc:sldMkLst>
          <pc:docMk/>
          <pc:sldMk cId="983857708" sldId="274"/>
        </pc:sldMkLst>
      </pc:sldChg>
      <pc:sldChg chg="del">
        <pc:chgData name="Ana Patricia Montes Pimienta" userId="9786d5c3-4483-4bfe-82f8-0628dc7daecc" providerId="ADAL" clId="{6BDFFF46-ADBB-4027-902B-3C2803C06532}" dt="2026-02-20T17:22:44.689" v="1701" actId="47"/>
        <pc:sldMkLst>
          <pc:docMk/>
          <pc:sldMk cId="3164890172" sldId="275"/>
        </pc:sldMkLst>
      </pc:sldChg>
      <pc:sldChg chg="del">
        <pc:chgData name="Ana Patricia Montes Pimienta" userId="9786d5c3-4483-4bfe-82f8-0628dc7daecc" providerId="ADAL" clId="{6BDFFF46-ADBB-4027-902B-3C2803C06532}" dt="2026-02-20T17:22:44.689" v="1701" actId="47"/>
        <pc:sldMkLst>
          <pc:docMk/>
          <pc:sldMk cId="2569905256" sldId="276"/>
        </pc:sldMkLst>
      </pc:sldChg>
      <pc:sldChg chg="del">
        <pc:chgData name="Ana Patricia Montes Pimienta" userId="9786d5c3-4483-4bfe-82f8-0628dc7daecc" providerId="ADAL" clId="{6BDFFF46-ADBB-4027-902B-3C2803C06532}" dt="2026-02-20T17:22:44.689" v="1701" actId="47"/>
        <pc:sldMkLst>
          <pc:docMk/>
          <pc:sldMk cId="2141246271" sldId="277"/>
        </pc:sldMkLst>
      </pc:sldChg>
      <pc:sldChg chg="del">
        <pc:chgData name="Ana Patricia Montes Pimienta" userId="9786d5c3-4483-4bfe-82f8-0628dc7daecc" providerId="ADAL" clId="{6BDFFF46-ADBB-4027-902B-3C2803C06532}" dt="2026-02-20T17:22:44.689" v="1701" actId="47"/>
        <pc:sldMkLst>
          <pc:docMk/>
          <pc:sldMk cId="49034302" sldId="278"/>
        </pc:sldMkLst>
      </pc:sldChg>
      <pc:sldChg chg="del">
        <pc:chgData name="Ana Patricia Montes Pimienta" userId="9786d5c3-4483-4bfe-82f8-0628dc7daecc" providerId="ADAL" clId="{6BDFFF46-ADBB-4027-902B-3C2803C06532}" dt="2026-02-20T17:22:44.689" v="1701" actId="47"/>
        <pc:sldMkLst>
          <pc:docMk/>
          <pc:sldMk cId="2442546595" sldId="279"/>
        </pc:sldMkLst>
      </pc:sldChg>
      <pc:sldChg chg="delSp modSp del mod">
        <pc:chgData name="Ana Patricia Montes Pimienta" userId="9786d5c3-4483-4bfe-82f8-0628dc7daecc" providerId="ADAL" clId="{6BDFFF46-ADBB-4027-902B-3C2803C06532}" dt="2026-02-20T19:12:31.206" v="1978" actId="47"/>
        <pc:sldMkLst>
          <pc:docMk/>
          <pc:sldMk cId="2231710657" sldId="280"/>
        </pc:sldMkLst>
        <pc:spChg chg="del">
          <ac:chgData name="Ana Patricia Montes Pimienta" userId="9786d5c3-4483-4bfe-82f8-0628dc7daecc" providerId="ADAL" clId="{6BDFFF46-ADBB-4027-902B-3C2803C06532}" dt="2026-02-20T16:47:05.607" v="1195" actId="478"/>
          <ac:spMkLst>
            <pc:docMk/>
            <pc:sldMk cId="2231710657" sldId="280"/>
            <ac:spMk id="12" creationId="{0CAD5886-A793-2ED9-ACB5-F04338511F01}"/>
          </ac:spMkLst>
        </pc:spChg>
        <pc:graphicFrameChg chg="del">
          <ac:chgData name="Ana Patricia Montes Pimienta" userId="9786d5c3-4483-4bfe-82f8-0628dc7daecc" providerId="ADAL" clId="{6BDFFF46-ADBB-4027-902B-3C2803C06532}" dt="2026-02-20T16:46:42.343" v="1193" actId="478"/>
          <ac:graphicFrameMkLst>
            <pc:docMk/>
            <pc:sldMk cId="2231710657" sldId="280"/>
            <ac:graphicFrameMk id="5" creationId="{CCE361B9-6D07-F726-80BF-D4B54AFCAD0A}"/>
          </ac:graphicFrameMkLst>
        </pc:graphicFrameChg>
        <pc:graphicFrameChg chg="del">
          <ac:chgData name="Ana Patricia Montes Pimienta" userId="9786d5c3-4483-4bfe-82f8-0628dc7daecc" providerId="ADAL" clId="{6BDFFF46-ADBB-4027-902B-3C2803C06532}" dt="2026-02-20T16:47:05.607" v="1195" actId="478"/>
          <ac:graphicFrameMkLst>
            <pc:docMk/>
            <pc:sldMk cId="2231710657" sldId="280"/>
            <ac:graphicFrameMk id="6" creationId="{6E6D6ED1-877F-9A84-AAA5-5BD4E0C4D6E5}"/>
          </ac:graphicFrameMkLst>
        </pc:graphicFrameChg>
        <pc:graphicFrameChg chg="del mod">
          <ac:chgData name="Ana Patricia Montes Pimienta" userId="9786d5c3-4483-4bfe-82f8-0628dc7daecc" providerId="ADAL" clId="{6BDFFF46-ADBB-4027-902B-3C2803C06532}" dt="2026-02-20T16:47:05.607" v="1195" actId="478"/>
          <ac:graphicFrameMkLst>
            <pc:docMk/>
            <pc:sldMk cId="2231710657" sldId="280"/>
            <ac:graphicFrameMk id="7" creationId="{8A589EC9-1243-2642-6EA1-7458C1A265CC}"/>
          </ac:graphicFrameMkLst>
        </pc:graphicFrameChg>
      </pc:sldChg>
      <pc:sldChg chg="del">
        <pc:chgData name="Ana Patricia Montes Pimienta" userId="9786d5c3-4483-4bfe-82f8-0628dc7daecc" providerId="ADAL" clId="{6BDFFF46-ADBB-4027-902B-3C2803C06532}" dt="2026-02-20T17:01:09.198" v="1408" actId="47"/>
        <pc:sldMkLst>
          <pc:docMk/>
          <pc:sldMk cId="1161038266" sldId="281"/>
        </pc:sldMkLst>
      </pc:sldChg>
      <pc:sldChg chg="modSp mod">
        <pc:chgData name="Ana Patricia Montes Pimienta" userId="9786d5c3-4483-4bfe-82f8-0628dc7daecc" providerId="ADAL" clId="{6BDFFF46-ADBB-4027-902B-3C2803C06532}" dt="2026-02-20T19:39:07.700" v="2629" actId="1076"/>
        <pc:sldMkLst>
          <pc:docMk/>
          <pc:sldMk cId="2696883834" sldId="282"/>
        </pc:sldMkLst>
        <pc:spChg chg="mod">
          <ac:chgData name="Ana Patricia Montes Pimienta" userId="9786d5c3-4483-4bfe-82f8-0628dc7daecc" providerId="ADAL" clId="{6BDFFF46-ADBB-4027-902B-3C2803C06532}" dt="2026-02-20T16:04:14.073" v="372" actId="207"/>
          <ac:spMkLst>
            <pc:docMk/>
            <pc:sldMk cId="2696883834" sldId="282"/>
            <ac:spMk id="2" creationId="{69ACD15A-0816-A109-2FCA-62C73BFF6C1A}"/>
          </ac:spMkLst>
        </pc:spChg>
        <pc:spChg chg="mod">
          <ac:chgData name="Ana Patricia Montes Pimienta" userId="9786d5c3-4483-4bfe-82f8-0628dc7daecc" providerId="ADAL" clId="{6BDFFF46-ADBB-4027-902B-3C2803C06532}" dt="2026-02-20T19:38:54.388" v="2626" actId="14100"/>
          <ac:spMkLst>
            <pc:docMk/>
            <pc:sldMk cId="2696883834" sldId="282"/>
            <ac:spMk id="3" creationId="{E8ADFC7C-3B44-76C9-E3FC-CCBA572853FE}"/>
          </ac:spMkLst>
        </pc:spChg>
        <pc:spChg chg="mod">
          <ac:chgData name="Ana Patricia Montes Pimienta" userId="9786d5c3-4483-4bfe-82f8-0628dc7daecc" providerId="ADAL" clId="{6BDFFF46-ADBB-4027-902B-3C2803C06532}" dt="2026-02-20T19:39:07.700" v="2629" actId="1076"/>
          <ac:spMkLst>
            <pc:docMk/>
            <pc:sldMk cId="2696883834" sldId="282"/>
            <ac:spMk id="6" creationId="{C6A665EA-7F53-98D3-D001-E16FBA854BA6}"/>
          </ac:spMkLst>
        </pc:spChg>
        <pc:picChg chg="mod modCrop">
          <ac:chgData name="Ana Patricia Montes Pimienta" userId="9786d5c3-4483-4bfe-82f8-0628dc7daecc" providerId="ADAL" clId="{6BDFFF46-ADBB-4027-902B-3C2803C06532}" dt="2026-02-20T19:39:03.365" v="2628" actId="732"/>
          <ac:picMkLst>
            <pc:docMk/>
            <pc:sldMk cId="2696883834" sldId="282"/>
            <ac:picMk id="4" creationId="{42C096D6-3637-08E4-1B82-B1330B8EF08B}"/>
          </ac:picMkLst>
        </pc:picChg>
      </pc:sldChg>
      <pc:sldChg chg="delSp modSp add mod">
        <pc:chgData name="Ana Patricia Montes Pimienta" userId="9786d5c3-4483-4bfe-82f8-0628dc7daecc" providerId="ADAL" clId="{6BDFFF46-ADBB-4027-902B-3C2803C06532}" dt="2026-02-20T16:14:47.350" v="488" actId="20577"/>
        <pc:sldMkLst>
          <pc:docMk/>
          <pc:sldMk cId="2132267811" sldId="283"/>
        </pc:sldMkLst>
        <pc:spChg chg="del">
          <ac:chgData name="Ana Patricia Montes Pimienta" userId="9786d5c3-4483-4bfe-82f8-0628dc7daecc" providerId="ADAL" clId="{6BDFFF46-ADBB-4027-902B-3C2803C06532}" dt="2026-02-20T16:14:37.679" v="456" actId="478"/>
          <ac:spMkLst>
            <pc:docMk/>
            <pc:sldMk cId="2132267811" sldId="283"/>
            <ac:spMk id="6" creationId="{CACAF097-560B-D8BD-F589-6CD4B14D2605}"/>
          </ac:spMkLst>
        </pc:spChg>
        <pc:spChg chg="mod">
          <ac:chgData name="Ana Patricia Montes Pimienta" userId="9786d5c3-4483-4bfe-82f8-0628dc7daecc" providerId="ADAL" clId="{6BDFFF46-ADBB-4027-902B-3C2803C06532}" dt="2026-02-20T16:14:47.350" v="488" actId="20577"/>
          <ac:spMkLst>
            <pc:docMk/>
            <pc:sldMk cId="2132267811" sldId="283"/>
            <ac:spMk id="13" creationId="{0DF77D13-DA73-6BB0-9722-A3752F20ABF4}"/>
          </ac:spMkLst>
        </pc:spChg>
        <pc:picChg chg="del">
          <ac:chgData name="Ana Patricia Montes Pimienta" userId="9786d5c3-4483-4bfe-82f8-0628dc7daecc" providerId="ADAL" clId="{6BDFFF46-ADBB-4027-902B-3C2803C06532}" dt="2026-02-20T16:14:35.250" v="454" actId="478"/>
          <ac:picMkLst>
            <pc:docMk/>
            <pc:sldMk cId="2132267811" sldId="283"/>
            <ac:picMk id="4" creationId="{6A6638B6-D8CA-D150-07CC-26C08E576249}"/>
          </ac:picMkLst>
        </pc:picChg>
        <pc:picChg chg="del">
          <ac:chgData name="Ana Patricia Montes Pimienta" userId="9786d5c3-4483-4bfe-82f8-0628dc7daecc" providerId="ADAL" clId="{6BDFFF46-ADBB-4027-902B-3C2803C06532}" dt="2026-02-20T16:14:35.780" v="455" actId="478"/>
          <ac:picMkLst>
            <pc:docMk/>
            <pc:sldMk cId="2132267811" sldId="283"/>
            <ac:picMk id="15" creationId="{8C32A905-D3FB-9296-4CB6-608CC13440EE}"/>
          </ac:picMkLst>
        </pc:picChg>
      </pc:sldChg>
      <pc:sldChg chg="add del">
        <pc:chgData name="Ana Patricia Montes Pimienta" userId="9786d5c3-4483-4bfe-82f8-0628dc7daecc" providerId="ADAL" clId="{6BDFFF46-ADBB-4027-902B-3C2803C06532}" dt="2026-02-20T16:26:20.192" v="792" actId="47"/>
        <pc:sldMkLst>
          <pc:docMk/>
          <pc:sldMk cId="2940603698" sldId="284"/>
        </pc:sldMkLst>
      </pc:sldChg>
      <pc:sldChg chg="delSp modSp add del mod">
        <pc:chgData name="Ana Patricia Montes Pimienta" userId="9786d5c3-4483-4bfe-82f8-0628dc7daecc" providerId="ADAL" clId="{6BDFFF46-ADBB-4027-902B-3C2803C06532}" dt="2026-02-20T19:16:39.370" v="1986" actId="47"/>
        <pc:sldMkLst>
          <pc:docMk/>
          <pc:sldMk cId="3209458014" sldId="284"/>
        </pc:sldMkLst>
        <pc:spChg chg="del">
          <ac:chgData name="Ana Patricia Montes Pimienta" userId="9786d5c3-4483-4bfe-82f8-0628dc7daecc" providerId="ADAL" clId="{6BDFFF46-ADBB-4027-902B-3C2803C06532}" dt="2026-02-20T16:54:29.562" v="1368" actId="478"/>
          <ac:spMkLst>
            <pc:docMk/>
            <pc:sldMk cId="3209458014" sldId="284"/>
            <ac:spMk id="8" creationId="{17539B25-EE45-E1F1-A1D6-5AB9A742BEC2}"/>
          </ac:spMkLst>
        </pc:spChg>
        <pc:spChg chg="mod">
          <ac:chgData name="Ana Patricia Montes Pimienta" userId="9786d5c3-4483-4bfe-82f8-0628dc7daecc" providerId="ADAL" clId="{6BDFFF46-ADBB-4027-902B-3C2803C06532}" dt="2026-02-20T16:54:38.404" v="1375" actId="20577"/>
          <ac:spMkLst>
            <pc:docMk/>
            <pc:sldMk cId="3209458014" sldId="284"/>
            <ac:spMk id="9" creationId="{57595AF5-CC8B-D5CA-DCBF-84B9FD403FF7}"/>
          </ac:spMkLst>
        </pc:spChg>
        <pc:spChg chg="del">
          <ac:chgData name="Ana Patricia Montes Pimienta" userId="9786d5c3-4483-4bfe-82f8-0628dc7daecc" providerId="ADAL" clId="{6BDFFF46-ADBB-4027-902B-3C2803C06532}" dt="2026-02-20T16:54:30.908" v="1369" actId="478"/>
          <ac:spMkLst>
            <pc:docMk/>
            <pc:sldMk cId="3209458014" sldId="284"/>
            <ac:spMk id="10" creationId="{00B6FD03-0A04-4F9E-B63A-F30665D472DB}"/>
          </ac:spMkLst>
        </pc:spChg>
        <pc:spChg chg="mod">
          <ac:chgData name="Ana Patricia Montes Pimienta" userId="9786d5c3-4483-4bfe-82f8-0628dc7daecc" providerId="ADAL" clId="{6BDFFF46-ADBB-4027-902B-3C2803C06532}" dt="2026-02-20T16:54:40.967" v="1377" actId="20577"/>
          <ac:spMkLst>
            <pc:docMk/>
            <pc:sldMk cId="3209458014" sldId="284"/>
            <ac:spMk id="11" creationId="{6EA3B7F9-DA99-F093-F91E-9864F8EDFE3F}"/>
          </ac:spMkLst>
        </pc:spChg>
        <pc:picChg chg="del">
          <ac:chgData name="Ana Patricia Montes Pimienta" userId="9786d5c3-4483-4bfe-82f8-0628dc7daecc" providerId="ADAL" clId="{6BDFFF46-ADBB-4027-902B-3C2803C06532}" dt="2026-02-20T16:54:27.581" v="1366" actId="478"/>
          <ac:picMkLst>
            <pc:docMk/>
            <pc:sldMk cId="3209458014" sldId="284"/>
            <ac:picMk id="13" creationId="{1EA35FE6-32E1-3855-5C06-018B16CC53D4}"/>
          </ac:picMkLst>
        </pc:picChg>
        <pc:picChg chg="del">
          <ac:chgData name="Ana Patricia Montes Pimienta" userId="9786d5c3-4483-4bfe-82f8-0628dc7daecc" providerId="ADAL" clId="{6BDFFF46-ADBB-4027-902B-3C2803C06532}" dt="2026-02-20T16:54:28.074" v="1367" actId="478"/>
          <ac:picMkLst>
            <pc:docMk/>
            <pc:sldMk cId="3209458014" sldId="284"/>
            <ac:picMk id="15" creationId="{D2ECF083-06D5-EF71-06CE-4A8BEC54A0D2}"/>
          </ac:picMkLst>
        </pc:picChg>
        <pc:picChg chg="mod">
          <ac:chgData name="Ana Patricia Montes Pimienta" userId="9786d5c3-4483-4bfe-82f8-0628dc7daecc" providerId="ADAL" clId="{6BDFFF46-ADBB-4027-902B-3C2803C06532}" dt="2026-02-20T16:54:31.853" v="1370" actId="1076"/>
          <ac:picMkLst>
            <pc:docMk/>
            <pc:sldMk cId="3209458014" sldId="284"/>
            <ac:picMk id="17" creationId="{4AA99469-BFD7-C887-B27D-FF2B726ED433}"/>
          </ac:picMkLst>
        </pc:picChg>
        <pc:picChg chg="mod">
          <ac:chgData name="Ana Patricia Montes Pimienta" userId="9786d5c3-4483-4bfe-82f8-0628dc7daecc" providerId="ADAL" clId="{6BDFFF46-ADBB-4027-902B-3C2803C06532}" dt="2026-02-20T16:54:33.074" v="1371" actId="1076"/>
          <ac:picMkLst>
            <pc:docMk/>
            <pc:sldMk cId="3209458014" sldId="284"/>
            <ac:picMk id="19" creationId="{E933D81D-8C53-C239-A2CA-D1D939A012E1}"/>
          </ac:picMkLst>
        </pc:picChg>
      </pc:sldChg>
      <pc:sldChg chg="addSp delSp modSp add mod">
        <pc:chgData name="Ana Patricia Montes Pimienta" userId="9786d5c3-4483-4bfe-82f8-0628dc7daecc" providerId="ADAL" clId="{6BDFFF46-ADBB-4027-902B-3C2803C06532}" dt="2026-02-20T20:11:14.065" v="2780" actId="1076"/>
        <pc:sldMkLst>
          <pc:docMk/>
          <pc:sldMk cId="3147134261" sldId="285"/>
        </pc:sldMkLst>
        <pc:spChg chg="add mod">
          <ac:chgData name="Ana Patricia Montes Pimienta" userId="9786d5c3-4483-4bfe-82f8-0628dc7daecc" providerId="ADAL" clId="{6BDFFF46-ADBB-4027-902B-3C2803C06532}" dt="2026-02-20T20:11:14.065" v="2780" actId="1076"/>
          <ac:spMkLst>
            <pc:docMk/>
            <pc:sldMk cId="3147134261" sldId="285"/>
            <ac:spMk id="7" creationId="{3844E674-15FE-E872-C558-9431144C056B}"/>
          </ac:spMkLst>
        </pc:spChg>
        <pc:spChg chg="del">
          <ac:chgData name="Ana Patricia Montes Pimienta" userId="9786d5c3-4483-4bfe-82f8-0628dc7daecc" providerId="ADAL" clId="{6BDFFF46-ADBB-4027-902B-3C2803C06532}" dt="2026-02-20T17:05:54.858" v="1456" actId="478"/>
          <ac:spMkLst>
            <pc:docMk/>
            <pc:sldMk cId="3147134261" sldId="285"/>
            <ac:spMk id="8" creationId="{251D118F-300B-64C1-2BD2-305E6593FA3D}"/>
          </ac:spMkLst>
        </pc:spChg>
        <pc:spChg chg="mod">
          <ac:chgData name="Ana Patricia Montes Pimienta" userId="9786d5c3-4483-4bfe-82f8-0628dc7daecc" providerId="ADAL" clId="{6BDFFF46-ADBB-4027-902B-3C2803C06532}" dt="2026-02-20T20:11:10.465" v="2779" actId="1076"/>
          <ac:spMkLst>
            <pc:docMk/>
            <pc:sldMk cId="3147134261" sldId="285"/>
            <ac:spMk id="10" creationId="{7D751000-771B-0F09-FEE0-7A55B726EA71}"/>
          </ac:spMkLst>
        </pc:spChg>
        <pc:spChg chg="del">
          <ac:chgData name="Ana Patricia Montes Pimienta" userId="9786d5c3-4483-4bfe-82f8-0628dc7daecc" providerId="ADAL" clId="{6BDFFF46-ADBB-4027-902B-3C2803C06532}" dt="2026-02-20T19:39:54.137" v="2633" actId="478"/>
          <ac:spMkLst>
            <pc:docMk/>
            <pc:sldMk cId="3147134261" sldId="285"/>
            <ac:spMk id="11" creationId="{7BB3F9BD-5A97-C9E4-B33F-07FD6983E567}"/>
          </ac:spMkLst>
        </pc:spChg>
        <pc:spChg chg="mod">
          <ac:chgData name="Ana Patricia Montes Pimienta" userId="9786d5c3-4483-4bfe-82f8-0628dc7daecc" providerId="ADAL" clId="{6BDFFF46-ADBB-4027-902B-3C2803C06532}" dt="2026-02-20T17:05:38.336" v="1429" actId="20577"/>
          <ac:spMkLst>
            <pc:docMk/>
            <pc:sldMk cId="3147134261" sldId="285"/>
            <ac:spMk id="16" creationId="{83398935-1B09-1730-892C-FB0244F20A61}"/>
          </ac:spMkLst>
        </pc:spChg>
        <pc:spChg chg="mod">
          <ac:chgData name="Ana Patricia Montes Pimienta" userId="9786d5c3-4483-4bfe-82f8-0628dc7daecc" providerId="ADAL" clId="{6BDFFF46-ADBB-4027-902B-3C2803C06532}" dt="2026-02-20T17:05:50.574" v="1454" actId="20577"/>
          <ac:spMkLst>
            <pc:docMk/>
            <pc:sldMk cId="3147134261" sldId="285"/>
            <ac:spMk id="17" creationId="{32EE3809-1029-3EEA-6E93-80DF4DEF61AB}"/>
          </ac:spMkLst>
        </pc:spChg>
        <pc:graphicFrameChg chg="add mod">
          <ac:chgData name="Ana Patricia Montes Pimienta" userId="9786d5c3-4483-4bfe-82f8-0628dc7daecc" providerId="ADAL" clId="{6BDFFF46-ADBB-4027-902B-3C2803C06532}" dt="2026-02-20T19:57:01.254" v="2634"/>
          <ac:graphicFrameMkLst>
            <pc:docMk/>
            <pc:sldMk cId="3147134261" sldId="285"/>
            <ac:graphicFrameMk id="2" creationId="{61B57910-8191-3207-09F7-5E26077F7405}"/>
          </ac:graphicFrameMkLst>
        </pc:graphicFrameChg>
        <pc:graphicFrameChg chg="add del mod">
          <ac:chgData name="Ana Patricia Montes Pimienta" userId="9786d5c3-4483-4bfe-82f8-0628dc7daecc" providerId="ADAL" clId="{6BDFFF46-ADBB-4027-902B-3C2803C06532}" dt="2026-02-20T20:05:58.574" v="2768" actId="478"/>
          <ac:graphicFrameMkLst>
            <pc:docMk/>
            <pc:sldMk cId="3147134261" sldId="285"/>
            <ac:graphicFrameMk id="3" creationId="{E9AD65C7-95BD-3807-576C-910B73622DA1}"/>
          </ac:graphicFrameMkLst>
        </pc:graphicFrameChg>
        <pc:graphicFrameChg chg="add mod ord modGraphic">
          <ac:chgData name="Ana Patricia Montes Pimienta" userId="9786d5c3-4483-4bfe-82f8-0628dc7daecc" providerId="ADAL" clId="{6BDFFF46-ADBB-4027-902B-3C2803C06532}" dt="2026-02-20T20:11:07.192" v="2778" actId="167"/>
          <ac:graphicFrameMkLst>
            <pc:docMk/>
            <pc:sldMk cId="3147134261" sldId="285"/>
            <ac:graphicFrameMk id="5" creationId="{485D53E7-576C-5A7A-AE71-13DF26080757}"/>
          </ac:graphicFrameMkLst>
        </pc:graphicFrameChg>
        <pc:picChg chg="del">
          <ac:chgData name="Ana Patricia Montes Pimienta" userId="9786d5c3-4483-4bfe-82f8-0628dc7daecc" providerId="ADAL" clId="{6BDFFF46-ADBB-4027-902B-3C2803C06532}" dt="2026-02-20T17:05:52.548" v="1455" actId="478"/>
          <ac:picMkLst>
            <pc:docMk/>
            <pc:sldMk cId="3147134261" sldId="285"/>
            <ac:picMk id="4" creationId="{ACE36CC0-133C-282C-A4D2-1BBCD94F4298}"/>
          </ac:picMkLst>
        </pc:picChg>
        <pc:picChg chg="del">
          <ac:chgData name="Ana Patricia Montes Pimienta" userId="9786d5c3-4483-4bfe-82f8-0628dc7daecc" providerId="ADAL" clId="{6BDFFF46-ADBB-4027-902B-3C2803C06532}" dt="2026-02-20T17:05:25.775" v="1410" actId="478"/>
          <ac:picMkLst>
            <pc:docMk/>
            <pc:sldMk cId="3147134261" sldId="285"/>
            <ac:picMk id="14" creationId="{95456BEB-8A6B-07EE-D846-314FA429F145}"/>
          </ac:picMkLst>
        </pc:picChg>
      </pc:sldChg>
      <pc:sldChg chg="modSp add del mod">
        <pc:chgData name="Ana Patricia Montes Pimienta" userId="9786d5c3-4483-4bfe-82f8-0628dc7daecc" providerId="ADAL" clId="{6BDFFF46-ADBB-4027-902B-3C2803C06532}" dt="2026-02-20T17:31:53.025" v="1702" actId="47"/>
        <pc:sldMkLst>
          <pc:docMk/>
          <pc:sldMk cId="134033469" sldId="286"/>
        </pc:sldMkLst>
        <pc:spChg chg="mod">
          <ac:chgData name="Ana Patricia Montes Pimienta" userId="9786d5c3-4483-4bfe-82f8-0628dc7daecc" providerId="ADAL" clId="{6BDFFF46-ADBB-4027-902B-3C2803C06532}" dt="2026-02-20T17:06:20.402" v="1487" actId="20577"/>
          <ac:spMkLst>
            <pc:docMk/>
            <pc:sldMk cId="134033469" sldId="286"/>
            <ac:spMk id="17" creationId="{418BB652-CD19-F0D0-0967-BB017151EDA1}"/>
          </ac:spMkLst>
        </pc:spChg>
      </pc:sldChg>
      <pc:sldChg chg="addSp delSp modSp add mod">
        <pc:chgData name="Ana Patricia Montes Pimienta" userId="9786d5c3-4483-4bfe-82f8-0628dc7daecc" providerId="ADAL" clId="{6BDFFF46-ADBB-4027-902B-3C2803C06532}" dt="2026-02-20T21:20:11.896" v="4299" actId="1076"/>
        <pc:sldMkLst>
          <pc:docMk/>
          <pc:sldMk cId="2399310517" sldId="287"/>
        </pc:sldMkLst>
        <pc:spChg chg="add mod">
          <ac:chgData name="Ana Patricia Montes Pimienta" userId="9786d5c3-4483-4bfe-82f8-0628dc7daecc" providerId="ADAL" clId="{6BDFFF46-ADBB-4027-902B-3C2803C06532}" dt="2026-02-20T21:05:29.790" v="4274" actId="1076"/>
          <ac:spMkLst>
            <pc:docMk/>
            <pc:sldMk cId="2399310517" sldId="287"/>
            <ac:spMk id="3" creationId="{A388FF42-6F9F-86DE-A70A-0A7B95F5C7F1}"/>
          </ac:spMkLst>
        </pc:spChg>
        <pc:spChg chg="add del mod">
          <ac:chgData name="Ana Patricia Montes Pimienta" userId="9786d5c3-4483-4bfe-82f8-0628dc7daecc" providerId="ADAL" clId="{6BDFFF46-ADBB-4027-902B-3C2803C06532}" dt="2026-02-20T21:04:25.239" v="4238" actId="478"/>
          <ac:spMkLst>
            <pc:docMk/>
            <pc:sldMk cId="2399310517" sldId="287"/>
            <ac:spMk id="4" creationId="{D43F546A-7EA7-DC67-267A-4453479B44BF}"/>
          </ac:spMkLst>
        </pc:spChg>
        <pc:spChg chg="add mod">
          <ac:chgData name="Ana Patricia Montes Pimienta" userId="9786d5c3-4483-4bfe-82f8-0628dc7daecc" providerId="ADAL" clId="{6BDFFF46-ADBB-4027-902B-3C2803C06532}" dt="2026-02-20T21:20:11.896" v="4299" actId="1076"/>
          <ac:spMkLst>
            <pc:docMk/>
            <pc:sldMk cId="2399310517" sldId="287"/>
            <ac:spMk id="5" creationId="{AA84E49B-1BB4-018B-0DA9-2C6138824659}"/>
          </ac:spMkLst>
        </pc:spChg>
        <pc:spChg chg="add mod">
          <ac:chgData name="Ana Patricia Montes Pimienta" userId="9786d5c3-4483-4bfe-82f8-0628dc7daecc" providerId="ADAL" clId="{6BDFFF46-ADBB-4027-902B-3C2803C06532}" dt="2026-02-20T21:05:39.708" v="4277" actId="1076"/>
          <ac:spMkLst>
            <pc:docMk/>
            <pc:sldMk cId="2399310517" sldId="287"/>
            <ac:spMk id="7" creationId="{DC162AB6-1D84-3A32-4F73-93E7BD00B591}"/>
          </ac:spMkLst>
        </pc:spChg>
        <pc:spChg chg="add mod">
          <ac:chgData name="Ana Patricia Montes Pimienta" userId="9786d5c3-4483-4bfe-82f8-0628dc7daecc" providerId="ADAL" clId="{6BDFFF46-ADBB-4027-902B-3C2803C06532}" dt="2026-02-20T21:20:04.347" v="4297" actId="1076"/>
          <ac:spMkLst>
            <pc:docMk/>
            <pc:sldMk cId="2399310517" sldId="287"/>
            <ac:spMk id="8" creationId="{9AE54893-B37D-306C-3941-59D2F71C811C}"/>
          </ac:spMkLst>
        </pc:spChg>
        <pc:spChg chg="del">
          <ac:chgData name="Ana Patricia Montes Pimienta" userId="9786d5c3-4483-4bfe-82f8-0628dc7daecc" providerId="ADAL" clId="{6BDFFF46-ADBB-4027-902B-3C2803C06532}" dt="2026-02-20T21:05:09.998" v="4271" actId="478"/>
          <ac:spMkLst>
            <pc:docMk/>
            <pc:sldMk cId="2399310517" sldId="287"/>
            <ac:spMk id="10" creationId="{825DEA67-93E5-5FB1-DA33-97F89FB74087}"/>
          </ac:spMkLst>
        </pc:spChg>
        <pc:spChg chg="del">
          <ac:chgData name="Ana Patricia Montes Pimienta" userId="9786d5c3-4483-4bfe-82f8-0628dc7daecc" providerId="ADAL" clId="{6BDFFF46-ADBB-4027-902B-3C2803C06532}" dt="2026-02-20T21:05:14.855" v="4272" actId="478"/>
          <ac:spMkLst>
            <pc:docMk/>
            <pc:sldMk cId="2399310517" sldId="287"/>
            <ac:spMk id="11" creationId="{CDFE5E4C-C1FE-E308-8E5E-DF95B57ACD81}"/>
          </ac:spMkLst>
        </pc:spChg>
        <pc:spChg chg="mod">
          <ac:chgData name="Ana Patricia Montes Pimienta" userId="9786d5c3-4483-4bfe-82f8-0628dc7daecc" providerId="ADAL" clId="{6BDFFF46-ADBB-4027-902B-3C2803C06532}" dt="2026-02-20T17:07:09.560" v="1536" actId="20577"/>
          <ac:spMkLst>
            <pc:docMk/>
            <pc:sldMk cId="2399310517" sldId="287"/>
            <ac:spMk id="16" creationId="{BFAAB207-562A-E925-C05B-BA48CAE5936D}"/>
          </ac:spMkLst>
        </pc:spChg>
        <pc:spChg chg="mod">
          <ac:chgData name="Ana Patricia Montes Pimienta" userId="9786d5c3-4483-4bfe-82f8-0628dc7daecc" providerId="ADAL" clId="{6BDFFF46-ADBB-4027-902B-3C2803C06532}" dt="2026-02-20T17:08:23.397" v="1577" actId="20577"/>
          <ac:spMkLst>
            <pc:docMk/>
            <pc:sldMk cId="2399310517" sldId="287"/>
            <ac:spMk id="17" creationId="{A1B9902C-201A-3583-4C1F-2F0E7C801B41}"/>
          </ac:spMkLst>
        </pc:spChg>
        <pc:picChg chg="add mod">
          <ac:chgData name="Ana Patricia Montes Pimienta" userId="9786d5c3-4483-4bfe-82f8-0628dc7daecc" providerId="ADAL" clId="{6BDFFF46-ADBB-4027-902B-3C2803C06532}" dt="2026-02-20T21:05:32.224" v="4275" actId="1076"/>
          <ac:picMkLst>
            <pc:docMk/>
            <pc:sldMk cId="2399310517" sldId="287"/>
            <ac:picMk id="2" creationId="{D528429D-DDE5-D0F5-B073-7B86DAE878D5}"/>
          </ac:picMkLst>
        </pc:picChg>
        <pc:picChg chg="add mod ord">
          <ac:chgData name="Ana Patricia Montes Pimienta" userId="9786d5c3-4483-4bfe-82f8-0628dc7daecc" providerId="ADAL" clId="{6BDFFF46-ADBB-4027-902B-3C2803C06532}" dt="2026-02-20T21:20:06.384" v="4298" actId="167"/>
          <ac:picMkLst>
            <pc:docMk/>
            <pc:sldMk cId="2399310517" sldId="287"/>
            <ac:picMk id="12" creationId="{D8C3C6DF-3C63-1B03-2F60-DB34C179C0E5}"/>
          </ac:picMkLst>
        </pc:picChg>
      </pc:sldChg>
      <pc:sldChg chg="addSp delSp modSp add mod">
        <pc:chgData name="Ana Patricia Montes Pimienta" userId="9786d5c3-4483-4bfe-82f8-0628dc7daecc" providerId="ADAL" clId="{6BDFFF46-ADBB-4027-902B-3C2803C06532}" dt="2026-02-20T21:22:06.382" v="4356" actId="20577"/>
        <pc:sldMkLst>
          <pc:docMk/>
          <pc:sldMk cId="2435646819" sldId="288"/>
        </pc:sldMkLst>
        <pc:spChg chg="add mod">
          <ac:chgData name="Ana Patricia Montes Pimienta" userId="9786d5c3-4483-4bfe-82f8-0628dc7daecc" providerId="ADAL" clId="{6BDFFF46-ADBB-4027-902B-3C2803C06532}" dt="2026-02-20T21:22:06.382" v="4356" actId="20577"/>
          <ac:spMkLst>
            <pc:docMk/>
            <pc:sldMk cId="2435646819" sldId="288"/>
            <ac:spMk id="9" creationId="{25188319-B666-0F78-1736-F69823B89CF2}"/>
          </ac:spMkLst>
        </pc:spChg>
        <pc:spChg chg="del mod">
          <ac:chgData name="Ana Patricia Montes Pimienta" userId="9786d5c3-4483-4bfe-82f8-0628dc7daecc" providerId="ADAL" clId="{6BDFFF46-ADBB-4027-902B-3C2803C06532}" dt="2026-02-20T17:12:00.554" v="1613" actId="478"/>
          <ac:spMkLst>
            <pc:docMk/>
            <pc:sldMk cId="2435646819" sldId="288"/>
            <ac:spMk id="10" creationId="{8CD7D494-F8E3-A377-9D27-3D6B9232AC77}"/>
          </ac:spMkLst>
        </pc:spChg>
        <pc:spChg chg="del">
          <ac:chgData name="Ana Patricia Montes Pimienta" userId="9786d5c3-4483-4bfe-82f8-0628dc7daecc" providerId="ADAL" clId="{6BDFFF46-ADBB-4027-902B-3C2803C06532}" dt="2026-02-20T20:20:47.300" v="2937" actId="478"/>
          <ac:spMkLst>
            <pc:docMk/>
            <pc:sldMk cId="2435646819" sldId="288"/>
            <ac:spMk id="11" creationId="{7958CA4E-DBCB-D907-4708-3FE888487F2D}"/>
          </ac:spMkLst>
        </pc:spChg>
        <pc:spChg chg="add mod">
          <ac:chgData name="Ana Patricia Montes Pimienta" userId="9786d5c3-4483-4bfe-82f8-0628dc7daecc" providerId="ADAL" clId="{6BDFFF46-ADBB-4027-902B-3C2803C06532}" dt="2026-02-20T20:21:15.065" v="2943" actId="1076"/>
          <ac:spMkLst>
            <pc:docMk/>
            <pc:sldMk cId="2435646819" sldId="288"/>
            <ac:spMk id="12" creationId="{27EA84B3-DF9A-5EFB-DBB0-DD873523C957}"/>
          </ac:spMkLst>
        </pc:spChg>
        <pc:spChg chg="add mod">
          <ac:chgData name="Ana Patricia Montes Pimienta" userId="9786d5c3-4483-4bfe-82f8-0628dc7daecc" providerId="ADAL" clId="{6BDFFF46-ADBB-4027-902B-3C2803C06532}" dt="2026-02-20T20:21:24.687" v="2945" actId="1076"/>
          <ac:spMkLst>
            <pc:docMk/>
            <pc:sldMk cId="2435646819" sldId="288"/>
            <ac:spMk id="13" creationId="{3287A47F-4EFB-5894-DD0B-EF9D7FB45BD2}"/>
          </ac:spMkLst>
        </pc:spChg>
        <pc:spChg chg="mod">
          <ac:chgData name="Ana Patricia Montes Pimienta" userId="9786d5c3-4483-4bfe-82f8-0628dc7daecc" providerId="ADAL" clId="{6BDFFF46-ADBB-4027-902B-3C2803C06532}" dt="2026-02-20T17:08:42.533" v="1596" actId="20577"/>
          <ac:spMkLst>
            <pc:docMk/>
            <pc:sldMk cId="2435646819" sldId="288"/>
            <ac:spMk id="17" creationId="{8D81C3C3-89CA-BEB5-AD21-0C77665C8E64}"/>
          </ac:spMkLst>
        </pc:spChg>
        <pc:picChg chg="add mod">
          <ac:chgData name="Ana Patricia Montes Pimienta" userId="9786d5c3-4483-4bfe-82f8-0628dc7daecc" providerId="ADAL" clId="{6BDFFF46-ADBB-4027-902B-3C2803C06532}" dt="2026-02-20T20:21:15.065" v="2943" actId="1076"/>
          <ac:picMkLst>
            <pc:docMk/>
            <pc:sldMk cId="2435646819" sldId="288"/>
            <ac:picMk id="3" creationId="{C1284DCE-07CB-BD9D-F38C-FD34E3CE32F7}"/>
          </ac:picMkLst>
        </pc:picChg>
        <pc:picChg chg="add mod">
          <ac:chgData name="Ana Patricia Montes Pimienta" userId="9786d5c3-4483-4bfe-82f8-0628dc7daecc" providerId="ADAL" clId="{6BDFFF46-ADBB-4027-902B-3C2803C06532}" dt="2026-02-20T20:21:22.143" v="2944" actId="1076"/>
          <ac:picMkLst>
            <pc:docMk/>
            <pc:sldMk cId="2435646819" sldId="288"/>
            <ac:picMk id="5" creationId="{2242192B-6DE2-B44F-2B7D-2FCB2AFA29B5}"/>
          </ac:picMkLst>
        </pc:picChg>
        <pc:picChg chg="add del mod">
          <ac:chgData name="Ana Patricia Montes Pimienta" userId="9786d5c3-4483-4bfe-82f8-0628dc7daecc" providerId="ADAL" clId="{6BDFFF46-ADBB-4027-902B-3C2803C06532}" dt="2026-02-20T17:18:13.901" v="1654" actId="21"/>
          <ac:picMkLst>
            <pc:docMk/>
            <pc:sldMk cId="2435646819" sldId="288"/>
            <ac:picMk id="8" creationId="{E4BB695A-CA63-401E-5453-EA3B54EC48B7}"/>
          </ac:picMkLst>
        </pc:picChg>
      </pc:sldChg>
      <pc:sldChg chg="add del">
        <pc:chgData name="Ana Patricia Montes Pimienta" userId="9786d5c3-4483-4bfe-82f8-0628dc7daecc" providerId="ADAL" clId="{6BDFFF46-ADBB-4027-902B-3C2803C06532}" dt="2026-02-20T17:16:00.334" v="1645" actId="47"/>
        <pc:sldMkLst>
          <pc:docMk/>
          <pc:sldMk cId="3486544261" sldId="289"/>
        </pc:sldMkLst>
      </pc:sldChg>
      <pc:sldChg chg="addSp delSp modSp add mod">
        <pc:chgData name="Ana Patricia Montes Pimienta" userId="9786d5c3-4483-4bfe-82f8-0628dc7daecc" providerId="ADAL" clId="{6BDFFF46-ADBB-4027-902B-3C2803C06532}" dt="2026-02-20T21:22:09.779" v="4359" actId="20577"/>
        <pc:sldMkLst>
          <pc:docMk/>
          <pc:sldMk cId="1480555284" sldId="290"/>
        </pc:sldMkLst>
        <pc:spChg chg="add mod">
          <ac:chgData name="Ana Patricia Montes Pimienta" userId="9786d5c3-4483-4bfe-82f8-0628dc7daecc" providerId="ADAL" clId="{6BDFFF46-ADBB-4027-902B-3C2803C06532}" dt="2026-02-20T21:22:09.779" v="4359" actId="20577"/>
          <ac:spMkLst>
            <pc:docMk/>
            <pc:sldMk cId="1480555284" sldId="290"/>
            <ac:spMk id="9" creationId="{6ABF4881-5CBB-6213-ABC7-596B65F2DDDC}"/>
          </ac:spMkLst>
        </pc:spChg>
        <pc:spChg chg="add mod">
          <ac:chgData name="Ana Patricia Montes Pimienta" userId="9786d5c3-4483-4bfe-82f8-0628dc7daecc" providerId="ADAL" clId="{6BDFFF46-ADBB-4027-902B-3C2803C06532}" dt="2026-02-20T20:20:54.621" v="2938" actId="1076"/>
          <ac:spMkLst>
            <pc:docMk/>
            <pc:sldMk cId="1480555284" sldId="290"/>
            <ac:spMk id="10" creationId="{F8601BF5-A777-450F-53C3-04BA3FD33886}"/>
          </ac:spMkLst>
        </pc:spChg>
        <pc:spChg chg="del">
          <ac:chgData name="Ana Patricia Montes Pimienta" userId="9786d5c3-4483-4bfe-82f8-0628dc7daecc" providerId="ADAL" clId="{6BDFFF46-ADBB-4027-902B-3C2803C06532}" dt="2026-02-20T20:17:13.918" v="2914" actId="478"/>
          <ac:spMkLst>
            <pc:docMk/>
            <pc:sldMk cId="1480555284" sldId="290"/>
            <ac:spMk id="11" creationId="{D7AFC531-8149-1194-F31D-287F8D0B0965}"/>
          </ac:spMkLst>
        </pc:spChg>
        <pc:spChg chg="add mod">
          <ac:chgData name="Ana Patricia Montes Pimienta" userId="9786d5c3-4483-4bfe-82f8-0628dc7daecc" providerId="ADAL" clId="{6BDFFF46-ADBB-4027-902B-3C2803C06532}" dt="2026-02-20T20:20:57.140" v="2939" actId="1076"/>
          <ac:spMkLst>
            <pc:docMk/>
            <pc:sldMk cId="1480555284" sldId="290"/>
            <ac:spMk id="12" creationId="{B819D953-EB01-8738-BF53-E0369D24E976}"/>
          </ac:spMkLst>
        </pc:spChg>
        <pc:spChg chg="mod">
          <ac:chgData name="Ana Patricia Montes Pimienta" userId="9786d5c3-4483-4bfe-82f8-0628dc7daecc" providerId="ADAL" clId="{6BDFFF46-ADBB-4027-902B-3C2803C06532}" dt="2026-02-20T17:15:34.098" v="1639" actId="20577"/>
          <ac:spMkLst>
            <pc:docMk/>
            <pc:sldMk cId="1480555284" sldId="290"/>
            <ac:spMk id="17" creationId="{4623ECE9-2C74-AB1C-FA55-6753A91B3B56}"/>
          </ac:spMkLst>
        </pc:spChg>
        <pc:picChg chg="del">
          <ac:chgData name="Ana Patricia Montes Pimienta" userId="9786d5c3-4483-4bfe-82f8-0628dc7daecc" providerId="ADAL" clId="{6BDFFF46-ADBB-4027-902B-3C2803C06532}" dt="2026-02-20T17:15:37.158" v="1640" actId="478"/>
          <ac:picMkLst>
            <pc:docMk/>
            <pc:sldMk cId="1480555284" sldId="290"/>
            <ac:picMk id="3" creationId="{EA69907F-91F9-1909-BDD9-EAB1C915EE05}"/>
          </ac:picMkLst>
        </pc:picChg>
        <pc:picChg chg="add mod modCrop">
          <ac:chgData name="Ana Patricia Montes Pimienta" userId="9786d5c3-4483-4bfe-82f8-0628dc7daecc" providerId="ADAL" clId="{6BDFFF46-ADBB-4027-902B-3C2803C06532}" dt="2026-02-20T17:18:23.646" v="1657" actId="1076"/>
          <ac:picMkLst>
            <pc:docMk/>
            <pc:sldMk cId="1480555284" sldId="290"/>
            <ac:picMk id="4" creationId="{83C8E1C8-FD15-1F16-EF7F-348DF2A73DAA}"/>
          </ac:picMkLst>
        </pc:picChg>
        <pc:picChg chg="del">
          <ac:chgData name="Ana Patricia Montes Pimienta" userId="9786d5c3-4483-4bfe-82f8-0628dc7daecc" providerId="ADAL" clId="{6BDFFF46-ADBB-4027-902B-3C2803C06532}" dt="2026-02-20T17:15:49.698" v="1643" actId="478"/>
          <ac:picMkLst>
            <pc:docMk/>
            <pc:sldMk cId="1480555284" sldId="290"/>
            <ac:picMk id="5" creationId="{FCAD9B57-2D11-62C3-A0C6-3A075324FDA1}"/>
          </ac:picMkLst>
        </pc:picChg>
        <pc:picChg chg="add mod">
          <ac:chgData name="Ana Patricia Montes Pimienta" userId="9786d5c3-4483-4bfe-82f8-0628dc7daecc" providerId="ADAL" clId="{6BDFFF46-ADBB-4027-902B-3C2803C06532}" dt="2026-02-20T17:18:25.653" v="1658" actId="1076"/>
          <ac:picMkLst>
            <pc:docMk/>
            <pc:sldMk cId="1480555284" sldId="290"/>
            <ac:picMk id="7" creationId="{E4BB695A-CA63-401E-5453-EA3B54EC48B7}"/>
          </ac:picMkLst>
        </pc:picChg>
        <pc:picChg chg="del">
          <ac:chgData name="Ana Patricia Montes Pimienta" userId="9786d5c3-4483-4bfe-82f8-0628dc7daecc" providerId="ADAL" clId="{6BDFFF46-ADBB-4027-902B-3C2803C06532}" dt="2026-02-20T17:15:50.256" v="1644" actId="478"/>
          <ac:picMkLst>
            <pc:docMk/>
            <pc:sldMk cId="1480555284" sldId="290"/>
            <ac:picMk id="8" creationId="{AB4E4385-3D0C-0452-CB71-BD9DFA0BF726}"/>
          </ac:picMkLst>
        </pc:picChg>
      </pc:sldChg>
      <pc:sldChg chg="addSp delSp modSp add mod">
        <pc:chgData name="Ana Patricia Montes Pimienta" userId="9786d5c3-4483-4bfe-82f8-0628dc7daecc" providerId="ADAL" clId="{6BDFFF46-ADBB-4027-902B-3C2803C06532}" dt="2026-02-20T21:22:13.819" v="4362" actId="20577"/>
        <pc:sldMkLst>
          <pc:docMk/>
          <pc:sldMk cId="319221289" sldId="291"/>
        </pc:sldMkLst>
        <pc:spChg chg="add mod">
          <ac:chgData name="Ana Patricia Montes Pimienta" userId="9786d5c3-4483-4bfe-82f8-0628dc7daecc" providerId="ADAL" clId="{6BDFFF46-ADBB-4027-902B-3C2803C06532}" dt="2026-02-20T21:22:13.819" v="4362" actId="20577"/>
          <ac:spMkLst>
            <pc:docMk/>
            <pc:sldMk cId="319221289" sldId="291"/>
            <ac:spMk id="9" creationId="{F61C140D-16B4-B5C3-BED1-61597FACE1A8}"/>
          </ac:spMkLst>
        </pc:spChg>
        <pc:spChg chg="add mod">
          <ac:chgData name="Ana Patricia Montes Pimienta" userId="9786d5c3-4483-4bfe-82f8-0628dc7daecc" providerId="ADAL" clId="{6BDFFF46-ADBB-4027-902B-3C2803C06532}" dt="2026-02-20T20:16:55.335" v="2909" actId="1076"/>
          <ac:spMkLst>
            <pc:docMk/>
            <pc:sldMk cId="319221289" sldId="291"/>
            <ac:spMk id="10" creationId="{4CF86CB5-E7E8-91C6-E3FA-7B215A501AF5}"/>
          </ac:spMkLst>
        </pc:spChg>
        <pc:spChg chg="mod">
          <ac:chgData name="Ana Patricia Montes Pimienta" userId="9786d5c3-4483-4bfe-82f8-0628dc7daecc" providerId="ADAL" clId="{6BDFFF46-ADBB-4027-902B-3C2803C06532}" dt="2026-02-20T20:16:32.535" v="2905" actId="1076"/>
          <ac:spMkLst>
            <pc:docMk/>
            <pc:sldMk cId="319221289" sldId="291"/>
            <ac:spMk id="11" creationId="{A9592EED-10DC-5B8D-028F-C9013C349018}"/>
          </ac:spMkLst>
        </pc:spChg>
        <pc:spChg chg="mod">
          <ac:chgData name="Ana Patricia Montes Pimienta" userId="9786d5c3-4483-4bfe-82f8-0628dc7daecc" providerId="ADAL" clId="{6BDFFF46-ADBB-4027-902B-3C2803C06532}" dt="2026-02-20T17:20:11.660" v="1683" actId="20577"/>
          <ac:spMkLst>
            <pc:docMk/>
            <pc:sldMk cId="319221289" sldId="291"/>
            <ac:spMk id="17" creationId="{0F916EB0-6C13-A85C-F2A5-B9F0B082B650}"/>
          </ac:spMkLst>
        </pc:spChg>
        <pc:picChg chg="add mod">
          <ac:chgData name="Ana Patricia Montes Pimienta" userId="9786d5c3-4483-4bfe-82f8-0628dc7daecc" providerId="ADAL" clId="{6BDFFF46-ADBB-4027-902B-3C2803C06532}" dt="2026-02-20T20:16:30.526" v="2904" actId="1076"/>
          <ac:picMkLst>
            <pc:docMk/>
            <pc:sldMk cId="319221289" sldId="291"/>
            <ac:picMk id="3" creationId="{517BC09A-3054-50EC-60FF-CDB389E83375}"/>
          </ac:picMkLst>
        </pc:picChg>
        <pc:picChg chg="del">
          <ac:chgData name="Ana Patricia Montes Pimienta" userId="9786d5c3-4483-4bfe-82f8-0628dc7daecc" providerId="ADAL" clId="{6BDFFF46-ADBB-4027-902B-3C2803C06532}" dt="2026-02-20T17:20:14.441" v="1684" actId="478"/>
          <ac:picMkLst>
            <pc:docMk/>
            <pc:sldMk cId="319221289" sldId="291"/>
            <ac:picMk id="4" creationId="{106B55A7-8E75-320B-FDD2-85696E36EBAB}"/>
          </ac:picMkLst>
        </pc:picChg>
        <pc:picChg chg="del">
          <ac:chgData name="Ana Patricia Montes Pimienta" userId="9786d5c3-4483-4bfe-82f8-0628dc7daecc" providerId="ADAL" clId="{6BDFFF46-ADBB-4027-902B-3C2803C06532}" dt="2026-02-20T17:20:16.076" v="1685" actId="478"/>
          <ac:picMkLst>
            <pc:docMk/>
            <pc:sldMk cId="319221289" sldId="291"/>
            <ac:picMk id="7" creationId="{0B0CBCF9-8B83-6D0E-7EB0-CFB8C77EDBF5}"/>
          </ac:picMkLst>
        </pc:picChg>
        <pc:picChg chg="add mod modCrop">
          <ac:chgData name="Ana Patricia Montes Pimienta" userId="9786d5c3-4483-4bfe-82f8-0628dc7daecc" providerId="ADAL" clId="{6BDFFF46-ADBB-4027-902B-3C2803C06532}" dt="2026-02-20T20:13:02.697" v="2781" actId="1076"/>
          <ac:picMkLst>
            <pc:docMk/>
            <pc:sldMk cId="319221289" sldId="291"/>
            <ac:picMk id="8" creationId="{B8ACBA2A-9B86-9854-C347-81EF028D48F9}"/>
          </ac:picMkLst>
        </pc:picChg>
      </pc:sldChg>
      <pc:sldChg chg="add del">
        <pc:chgData name="Ana Patricia Montes Pimienta" userId="9786d5c3-4483-4bfe-82f8-0628dc7daecc" providerId="ADAL" clId="{6BDFFF46-ADBB-4027-902B-3C2803C06532}" dt="2026-02-20T17:15:42.892" v="1642"/>
        <pc:sldMkLst>
          <pc:docMk/>
          <pc:sldMk cId="3195601334" sldId="291"/>
        </pc:sldMkLst>
      </pc:sldChg>
      <pc:sldChg chg="addSp delSp modSp add mod">
        <pc:chgData name="Ana Patricia Montes Pimienta" userId="9786d5c3-4483-4bfe-82f8-0628dc7daecc" providerId="ADAL" clId="{6BDFFF46-ADBB-4027-902B-3C2803C06532}" dt="2026-02-20T21:21:24.906" v="4333" actId="20577"/>
        <pc:sldMkLst>
          <pc:docMk/>
          <pc:sldMk cId="2037881386" sldId="292"/>
        </pc:sldMkLst>
        <pc:spChg chg="del">
          <ac:chgData name="Ana Patricia Montes Pimienta" userId="9786d5c3-4483-4bfe-82f8-0628dc7daecc" providerId="ADAL" clId="{6BDFFF46-ADBB-4027-902B-3C2803C06532}" dt="2026-02-20T19:09:25.571" v="1907" actId="478"/>
          <ac:spMkLst>
            <pc:docMk/>
            <pc:sldMk cId="2037881386" sldId="292"/>
            <ac:spMk id="5" creationId="{3F761A98-0A4F-2907-1207-D4EF4051F52A}"/>
          </ac:spMkLst>
        </pc:spChg>
        <pc:spChg chg="add del mod">
          <ac:chgData name="Ana Patricia Montes Pimienta" userId="9786d5c3-4483-4bfe-82f8-0628dc7daecc" providerId="ADAL" clId="{6BDFFF46-ADBB-4027-902B-3C2803C06532}" dt="2026-02-20T20:51:23.553" v="3955" actId="478"/>
          <ac:spMkLst>
            <pc:docMk/>
            <pc:sldMk cId="2037881386" sldId="292"/>
            <ac:spMk id="10" creationId="{03A9FB56-E2CF-5D56-391B-C2C1E4681038}"/>
          </ac:spMkLst>
        </pc:spChg>
        <pc:spChg chg="add mod">
          <ac:chgData name="Ana Patricia Montes Pimienta" userId="9786d5c3-4483-4bfe-82f8-0628dc7daecc" providerId="ADAL" clId="{6BDFFF46-ADBB-4027-902B-3C2803C06532}" dt="2026-02-20T21:21:24.906" v="4333" actId="20577"/>
          <ac:spMkLst>
            <pc:docMk/>
            <pc:sldMk cId="2037881386" sldId="292"/>
            <ac:spMk id="11" creationId="{257FACF5-18CC-A4DE-9378-A0922FC05908}"/>
          </ac:spMkLst>
        </pc:spChg>
        <pc:spChg chg="mod">
          <ac:chgData name="Ana Patricia Montes Pimienta" userId="9786d5c3-4483-4bfe-82f8-0628dc7daecc" providerId="ADAL" clId="{6BDFFF46-ADBB-4027-902B-3C2803C06532}" dt="2026-02-20T19:08:28.998" v="1890" actId="5793"/>
          <ac:spMkLst>
            <pc:docMk/>
            <pc:sldMk cId="2037881386" sldId="292"/>
            <ac:spMk id="15" creationId="{3D9EE654-066E-DBC2-F606-089BBC5E2317}"/>
          </ac:spMkLst>
        </pc:spChg>
        <pc:spChg chg="mod">
          <ac:chgData name="Ana Patricia Montes Pimienta" userId="9786d5c3-4483-4bfe-82f8-0628dc7daecc" providerId="ADAL" clId="{6BDFFF46-ADBB-4027-902B-3C2803C06532}" dt="2026-02-20T19:09:10.939" v="1903" actId="1076"/>
          <ac:spMkLst>
            <pc:docMk/>
            <pc:sldMk cId="2037881386" sldId="292"/>
            <ac:spMk id="16" creationId="{B3A798DC-A5CA-ED9D-83E7-2F5A5E30C822}"/>
          </ac:spMkLst>
        </pc:spChg>
        <pc:spChg chg="del">
          <ac:chgData name="Ana Patricia Montes Pimienta" userId="9786d5c3-4483-4bfe-82f8-0628dc7daecc" providerId="ADAL" clId="{6BDFFF46-ADBB-4027-902B-3C2803C06532}" dt="2026-02-20T19:08:43.208" v="1891" actId="478"/>
          <ac:spMkLst>
            <pc:docMk/>
            <pc:sldMk cId="2037881386" sldId="292"/>
            <ac:spMk id="17" creationId="{5699B677-8D12-43E3-8F8B-2BBD7286227F}"/>
          </ac:spMkLst>
        </pc:spChg>
        <pc:spChg chg="del">
          <ac:chgData name="Ana Patricia Montes Pimienta" userId="9786d5c3-4483-4bfe-82f8-0628dc7daecc" providerId="ADAL" clId="{6BDFFF46-ADBB-4027-902B-3C2803C06532}" dt="2026-02-20T19:08:53.148" v="1900" actId="478"/>
          <ac:spMkLst>
            <pc:docMk/>
            <pc:sldMk cId="2037881386" sldId="292"/>
            <ac:spMk id="18" creationId="{E7C40D60-F77C-8779-8411-6694E4713C11}"/>
          </ac:spMkLst>
        </pc:spChg>
        <pc:graphicFrameChg chg="del">
          <ac:chgData name="Ana Patricia Montes Pimienta" userId="9786d5c3-4483-4bfe-82f8-0628dc7daecc" providerId="ADAL" clId="{6BDFFF46-ADBB-4027-902B-3C2803C06532}" dt="2026-02-20T19:08:51.781" v="1899" actId="478"/>
          <ac:graphicFrameMkLst>
            <pc:docMk/>
            <pc:sldMk cId="2037881386" sldId="292"/>
            <ac:graphicFrameMk id="7" creationId="{6512D42F-3E80-EC0A-9C6F-41A23C2D270A}"/>
          </ac:graphicFrameMkLst>
        </pc:graphicFrameChg>
        <pc:picChg chg="add mod ord">
          <ac:chgData name="Ana Patricia Montes Pimienta" userId="9786d5c3-4483-4bfe-82f8-0628dc7daecc" providerId="ADAL" clId="{6BDFFF46-ADBB-4027-902B-3C2803C06532}" dt="2026-02-20T20:51:21.504" v="3954" actId="1076"/>
          <ac:picMkLst>
            <pc:docMk/>
            <pc:sldMk cId="2037881386" sldId="292"/>
            <ac:picMk id="2" creationId="{11EB7598-278A-FF11-EA10-18E09FD2C2CB}"/>
          </ac:picMkLst>
        </pc:picChg>
        <pc:picChg chg="add mod ord">
          <ac:chgData name="Ana Patricia Montes Pimienta" userId="9786d5c3-4483-4bfe-82f8-0628dc7daecc" providerId="ADAL" clId="{6BDFFF46-ADBB-4027-902B-3C2803C06532}" dt="2026-02-20T20:51:21.504" v="3954" actId="1076"/>
          <ac:picMkLst>
            <pc:docMk/>
            <pc:sldMk cId="2037881386" sldId="292"/>
            <ac:picMk id="3" creationId="{0C94B909-0246-A292-0A84-08B64163B4E8}"/>
          </ac:picMkLst>
        </pc:picChg>
        <pc:picChg chg="del">
          <ac:chgData name="Ana Patricia Montes Pimienta" userId="9786d5c3-4483-4bfe-82f8-0628dc7daecc" providerId="ADAL" clId="{6BDFFF46-ADBB-4027-902B-3C2803C06532}" dt="2026-02-20T19:08:49.433" v="1898" actId="478"/>
          <ac:picMkLst>
            <pc:docMk/>
            <pc:sldMk cId="2037881386" sldId="292"/>
            <ac:picMk id="6" creationId="{18E26051-E234-F09C-F267-D8952DCA75F1}"/>
          </ac:picMkLst>
        </pc:picChg>
        <pc:picChg chg="add mod ord">
          <ac:chgData name="Ana Patricia Montes Pimienta" userId="9786d5c3-4483-4bfe-82f8-0628dc7daecc" providerId="ADAL" clId="{6BDFFF46-ADBB-4027-902B-3C2803C06532}" dt="2026-02-20T20:51:21.504" v="3954" actId="1076"/>
          <ac:picMkLst>
            <pc:docMk/>
            <pc:sldMk cId="2037881386" sldId="292"/>
            <ac:picMk id="8" creationId="{64153CF1-A3B3-7FC8-3A24-16A42EA36E44}"/>
          </ac:picMkLst>
        </pc:picChg>
        <pc:picChg chg="add mod ord">
          <ac:chgData name="Ana Patricia Montes Pimienta" userId="9786d5c3-4483-4bfe-82f8-0628dc7daecc" providerId="ADAL" clId="{6BDFFF46-ADBB-4027-902B-3C2803C06532}" dt="2026-02-20T20:51:21.504" v="3954" actId="1076"/>
          <ac:picMkLst>
            <pc:docMk/>
            <pc:sldMk cId="2037881386" sldId="292"/>
            <ac:picMk id="9" creationId="{06E26D14-B226-6912-EBB1-CD94DB7D0559}"/>
          </ac:picMkLst>
        </pc:picChg>
      </pc:sldChg>
      <pc:sldChg chg="addSp delSp modSp add mod">
        <pc:chgData name="Ana Patricia Montes Pimienta" userId="9786d5c3-4483-4bfe-82f8-0628dc7daecc" providerId="ADAL" clId="{6BDFFF46-ADBB-4027-902B-3C2803C06532}" dt="2026-02-20T21:21:28.502" v="4335" actId="20577"/>
        <pc:sldMkLst>
          <pc:docMk/>
          <pc:sldMk cId="3007892501" sldId="293"/>
        </pc:sldMkLst>
        <pc:spChg chg="add del mod">
          <ac:chgData name="Ana Patricia Montes Pimienta" userId="9786d5c3-4483-4bfe-82f8-0628dc7daecc" providerId="ADAL" clId="{6BDFFF46-ADBB-4027-902B-3C2803C06532}" dt="2026-02-20T20:58:21.761" v="4041" actId="478"/>
          <ac:spMkLst>
            <pc:docMk/>
            <pc:sldMk cId="3007892501" sldId="293"/>
            <ac:spMk id="5" creationId="{7719307C-054C-E9F5-6190-D78F4BD9C2F7}"/>
          </ac:spMkLst>
        </pc:spChg>
        <pc:spChg chg="del">
          <ac:chgData name="Ana Patricia Montes Pimienta" userId="9786d5c3-4483-4bfe-82f8-0628dc7daecc" providerId="ADAL" clId="{6BDFFF46-ADBB-4027-902B-3C2803C06532}" dt="2026-02-20T19:10:42.954" v="1971" actId="478"/>
          <ac:spMkLst>
            <pc:docMk/>
            <pc:sldMk cId="3007892501" sldId="293"/>
            <ac:spMk id="10" creationId="{A6B81F07-F896-72BD-DA64-F2F6926AF79D}"/>
          </ac:spMkLst>
        </pc:spChg>
        <pc:spChg chg="add mod">
          <ac:chgData name="Ana Patricia Montes Pimienta" userId="9786d5c3-4483-4bfe-82f8-0628dc7daecc" providerId="ADAL" clId="{6BDFFF46-ADBB-4027-902B-3C2803C06532}" dt="2026-02-20T19:13:58.452" v="1984" actId="1076"/>
          <ac:spMkLst>
            <pc:docMk/>
            <pc:sldMk cId="3007892501" sldId="293"/>
            <ac:spMk id="13" creationId="{DF4B2500-B4E2-61B5-07E2-2004D5744DAE}"/>
          </ac:spMkLst>
        </pc:spChg>
        <pc:spChg chg="add mod">
          <ac:chgData name="Ana Patricia Montes Pimienta" userId="9786d5c3-4483-4bfe-82f8-0628dc7daecc" providerId="ADAL" clId="{6BDFFF46-ADBB-4027-902B-3C2803C06532}" dt="2026-02-20T19:13:58.452" v="1984" actId="1076"/>
          <ac:spMkLst>
            <pc:docMk/>
            <pc:sldMk cId="3007892501" sldId="293"/>
            <ac:spMk id="14" creationId="{36618B2C-9159-821D-AE37-4C211FC2B9FF}"/>
          </ac:spMkLst>
        </pc:spChg>
        <pc:spChg chg="mod">
          <ac:chgData name="Ana Patricia Montes Pimienta" userId="9786d5c3-4483-4bfe-82f8-0628dc7daecc" providerId="ADAL" clId="{6BDFFF46-ADBB-4027-902B-3C2803C06532}" dt="2026-02-20T19:17:20.709" v="2005" actId="20577"/>
          <ac:spMkLst>
            <pc:docMk/>
            <pc:sldMk cId="3007892501" sldId="293"/>
            <ac:spMk id="16" creationId="{06B515C8-2BD4-4858-1E36-32C5D0C2E4F2}"/>
          </ac:spMkLst>
        </pc:spChg>
        <pc:spChg chg="add mod">
          <ac:chgData name="Ana Patricia Montes Pimienta" userId="9786d5c3-4483-4bfe-82f8-0628dc7daecc" providerId="ADAL" clId="{6BDFFF46-ADBB-4027-902B-3C2803C06532}" dt="2026-02-20T19:13:58.452" v="1984" actId="1076"/>
          <ac:spMkLst>
            <pc:docMk/>
            <pc:sldMk cId="3007892501" sldId="293"/>
            <ac:spMk id="17" creationId="{BC864D2F-4ACC-B5AF-C902-3F55E8A29159}"/>
          </ac:spMkLst>
        </pc:spChg>
        <pc:spChg chg="add mod">
          <ac:chgData name="Ana Patricia Montes Pimienta" userId="9786d5c3-4483-4bfe-82f8-0628dc7daecc" providerId="ADAL" clId="{6BDFFF46-ADBB-4027-902B-3C2803C06532}" dt="2026-02-20T19:13:58.452" v="1984" actId="1076"/>
          <ac:spMkLst>
            <pc:docMk/>
            <pc:sldMk cId="3007892501" sldId="293"/>
            <ac:spMk id="18" creationId="{777A5A32-A678-505A-3082-77DC66B8CF48}"/>
          </ac:spMkLst>
        </pc:spChg>
        <pc:spChg chg="add mod">
          <ac:chgData name="Ana Patricia Montes Pimienta" userId="9786d5c3-4483-4bfe-82f8-0628dc7daecc" providerId="ADAL" clId="{6BDFFF46-ADBB-4027-902B-3C2803C06532}" dt="2026-02-20T19:13:58.452" v="1984" actId="1076"/>
          <ac:spMkLst>
            <pc:docMk/>
            <pc:sldMk cId="3007892501" sldId="293"/>
            <ac:spMk id="19" creationId="{C4979C6E-4122-3606-84C6-DB96D35BB44B}"/>
          </ac:spMkLst>
        </pc:spChg>
        <pc:spChg chg="add mod">
          <ac:chgData name="Ana Patricia Montes Pimienta" userId="9786d5c3-4483-4bfe-82f8-0628dc7daecc" providerId="ADAL" clId="{6BDFFF46-ADBB-4027-902B-3C2803C06532}" dt="2026-02-20T21:21:28.502" v="4335" actId="20577"/>
          <ac:spMkLst>
            <pc:docMk/>
            <pc:sldMk cId="3007892501" sldId="293"/>
            <ac:spMk id="22" creationId="{6F61BA59-4F45-D84F-699D-FF789CD628AB}"/>
          </ac:spMkLst>
        </pc:spChg>
        <pc:picChg chg="del">
          <ac:chgData name="Ana Patricia Montes Pimienta" userId="9786d5c3-4483-4bfe-82f8-0628dc7daecc" providerId="ADAL" clId="{6BDFFF46-ADBB-4027-902B-3C2803C06532}" dt="2026-02-20T19:10:22.251" v="1965" actId="478"/>
          <ac:picMkLst>
            <pc:docMk/>
            <pc:sldMk cId="3007892501" sldId="293"/>
            <ac:picMk id="2" creationId="{ADE24704-7EE3-B199-72C4-5D2AD7A39C95}"/>
          </ac:picMkLst>
        </pc:picChg>
        <pc:picChg chg="del">
          <ac:chgData name="Ana Patricia Montes Pimienta" userId="9786d5c3-4483-4bfe-82f8-0628dc7daecc" providerId="ADAL" clId="{6BDFFF46-ADBB-4027-902B-3C2803C06532}" dt="2026-02-20T19:10:22.251" v="1965" actId="478"/>
          <ac:picMkLst>
            <pc:docMk/>
            <pc:sldMk cId="3007892501" sldId="293"/>
            <ac:picMk id="3" creationId="{CDBABC22-CE30-3854-F9EF-C751902898BC}"/>
          </ac:picMkLst>
        </pc:picChg>
        <pc:picChg chg="del">
          <ac:chgData name="Ana Patricia Montes Pimienta" userId="9786d5c3-4483-4bfe-82f8-0628dc7daecc" providerId="ADAL" clId="{6BDFFF46-ADBB-4027-902B-3C2803C06532}" dt="2026-02-20T19:10:33.910" v="1967" actId="478"/>
          <ac:picMkLst>
            <pc:docMk/>
            <pc:sldMk cId="3007892501" sldId="293"/>
            <ac:picMk id="4" creationId="{3812ACEC-8C64-1702-84B2-4735CC254CC8}"/>
          </ac:picMkLst>
        </pc:picChg>
        <pc:picChg chg="add mod">
          <ac:chgData name="Ana Patricia Montes Pimienta" userId="9786d5c3-4483-4bfe-82f8-0628dc7daecc" providerId="ADAL" clId="{6BDFFF46-ADBB-4027-902B-3C2803C06532}" dt="2026-02-20T19:13:58.452" v="1984" actId="1076"/>
          <ac:picMkLst>
            <pc:docMk/>
            <pc:sldMk cId="3007892501" sldId="293"/>
            <ac:picMk id="6" creationId="{1C0518E3-2E2D-8425-94CE-399A905FBEB1}"/>
          </ac:picMkLst>
        </pc:picChg>
        <pc:picChg chg="add mod">
          <ac:chgData name="Ana Patricia Montes Pimienta" userId="9786d5c3-4483-4bfe-82f8-0628dc7daecc" providerId="ADAL" clId="{6BDFFF46-ADBB-4027-902B-3C2803C06532}" dt="2026-02-20T19:10:34.212" v="1968"/>
          <ac:picMkLst>
            <pc:docMk/>
            <pc:sldMk cId="3007892501" sldId="293"/>
            <ac:picMk id="7" creationId="{D7742AC6-C118-831B-5407-E703B4BE9B0B}"/>
          </ac:picMkLst>
        </pc:picChg>
        <pc:picChg chg="del">
          <ac:chgData name="Ana Patricia Montes Pimienta" userId="9786d5c3-4483-4bfe-82f8-0628dc7daecc" providerId="ADAL" clId="{6BDFFF46-ADBB-4027-902B-3C2803C06532}" dt="2026-02-20T19:10:22.251" v="1965" actId="478"/>
          <ac:picMkLst>
            <pc:docMk/>
            <pc:sldMk cId="3007892501" sldId="293"/>
            <ac:picMk id="8" creationId="{E3CEAAB8-0D9B-2B6C-0C11-9C1591758814}"/>
          </ac:picMkLst>
        </pc:picChg>
        <pc:picChg chg="del">
          <ac:chgData name="Ana Patricia Montes Pimienta" userId="9786d5c3-4483-4bfe-82f8-0628dc7daecc" providerId="ADAL" clId="{6BDFFF46-ADBB-4027-902B-3C2803C06532}" dt="2026-02-20T19:10:22.251" v="1965" actId="478"/>
          <ac:picMkLst>
            <pc:docMk/>
            <pc:sldMk cId="3007892501" sldId="293"/>
            <ac:picMk id="9" creationId="{7956599A-8D72-36CA-7FF4-89D09F101A8E}"/>
          </ac:picMkLst>
        </pc:picChg>
        <pc:picChg chg="add mod">
          <ac:chgData name="Ana Patricia Montes Pimienta" userId="9786d5c3-4483-4bfe-82f8-0628dc7daecc" providerId="ADAL" clId="{6BDFFF46-ADBB-4027-902B-3C2803C06532}" dt="2026-02-20T19:13:58.452" v="1984" actId="1076"/>
          <ac:picMkLst>
            <pc:docMk/>
            <pc:sldMk cId="3007892501" sldId="293"/>
            <ac:picMk id="11" creationId="{65384684-3A51-2D15-5C11-08038D6E01EC}"/>
          </ac:picMkLst>
        </pc:picChg>
        <pc:picChg chg="add mod">
          <ac:chgData name="Ana Patricia Montes Pimienta" userId="9786d5c3-4483-4bfe-82f8-0628dc7daecc" providerId="ADAL" clId="{6BDFFF46-ADBB-4027-902B-3C2803C06532}" dt="2026-02-20T19:13:58.452" v="1984" actId="1076"/>
          <ac:picMkLst>
            <pc:docMk/>
            <pc:sldMk cId="3007892501" sldId="293"/>
            <ac:picMk id="12" creationId="{6E6AD914-A3EE-8C01-1C92-5C268BD57761}"/>
          </ac:picMkLst>
        </pc:picChg>
        <pc:cxnChg chg="mod">
          <ac:chgData name="Ana Patricia Montes Pimienta" userId="9786d5c3-4483-4bfe-82f8-0628dc7daecc" providerId="ADAL" clId="{6BDFFF46-ADBB-4027-902B-3C2803C06532}" dt="2026-02-20T19:13:58.452" v="1984" actId="1076"/>
          <ac:cxnSpMkLst>
            <pc:docMk/>
            <pc:sldMk cId="3007892501" sldId="293"/>
            <ac:cxnSpMk id="20" creationId="{459293BE-DD30-2907-DF57-1E0811A39E7D}"/>
          </ac:cxnSpMkLst>
        </pc:cxnChg>
        <pc:cxnChg chg="mod">
          <ac:chgData name="Ana Patricia Montes Pimienta" userId="9786d5c3-4483-4bfe-82f8-0628dc7daecc" providerId="ADAL" clId="{6BDFFF46-ADBB-4027-902B-3C2803C06532}" dt="2026-02-20T19:13:58.452" v="1984" actId="1076"/>
          <ac:cxnSpMkLst>
            <pc:docMk/>
            <pc:sldMk cId="3007892501" sldId="293"/>
            <ac:cxnSpMk id="21" creationId="{148A066F-69C9-4D0D-9422-77EE3F85CA22}"/>
          </ac:cxnSpMkLst>
        </pc:cxnChg>
      </pc:sldChg>
      <pc:sldChg chg="add del">
        <pc:chgData name="Ana Patricia Montes Pimienta" userId="9786d5c3-4483-4bfe-82f8-0628dc7daecc" providerId="ADAL" clId="{6BDFFF46-ADBB-4027-902B-3C2803C06532}" dt="2026-02-20T19:23:37.141" v="2126" actId="47"/>
        <pc:sldMkLst>
          <pc:docMk/>
          <pc:sldMk cId="661265916" sldId="294"/>
        </pc:sldMkLst>
      </pc:sldChg>
      <pc:sldChg chg="addSp delSp modSp add mod">
        <pc:chgData name="Ana Patricia Montes Pimienta" userId="9786d5c3-4483-4bfe-82f8-0628dc7daecc" providerId="ADAL" clId="{6BDFFF46-ADBB-4027-902B-3C2803C06532}" dt="2026-02-20T21:21:36.719" v="4339" actId="20577"/>
        <pc:sldMkLst>
          <pc:docMk/>
          <pc:sldMk cId="2829116598" sldId="295"/>
        </pc:sldMkLst>
        <pc:spChg chg="del">
          <ac:chgData name="Ana Patricia Montes Pimienta" userId="9786d5c3-4483-4bfe-82f8-0628dc7daecc" providerId="ADAL" clId="{6BDFFF46-ADBB-4027-902B-3C2803C06532}" dt="2026-02-20T20:49:24.470" v="3765" actId="478"/>
          <ac:spMkLst>
            <pc:docMk/>
            <pc:sldMk cId="2829116598" sldId="295"/>
            <ac:spMk id="4" creationId="{1A8A504E-3595-369A-2693-946B845FB7BC}"/>
          </ac:spMkLst>
        </pc:spChg>
        <pc:spChg chg="add mod">
          <ac:chgData name="Ana Patricia Montes Pimienta" userId="9786d5c3-4483-4bfe-82f8-0628dc7daecc" providerId="ADAL" clId="{6BDFFF46-ADBB-4027-902B-3C2803C06532}" dt="2026-02-20T19:22:13.447" v="2125" actId="20577"/>
          <ac:spMkLst>
            <pc:docMk/>
            <pc:sldMk cId="2829116598" sldId="295"/>
            <ac:spMk id="6" creationId="{84E7DF56-1745-0046-1574-262AD9122946}"/>
          </ac:spMkLst>
        </pc:spChg>
        <pc:spChg chg="add mod">
          <ac:chgData name="Ana Patricia Montes Pimienta" userId="9786d5c3-4483-4bfe-82f8-0628dc7daecc" providerId="ADAL" clId="{6BDFFF46-ADBB-4027-902B-3C2803C06532}" dt="2026-02-20T19:22:10.281" v="2123" actId="20577"/>
          <ac:spMkLst>
            <pc:docMk/>
            <pc:sldMk cId="2829116598" sldId="295"/>
            <ac:spMk id="7" creationId="{52B1B043-21FE-31E9-CA68-22BC2644C787}"/>
          </ac:spMkLst>
        </pc:spChg>
        <pc:spChg chg="del mod">
          <ac:chgData name="Ana Patricia Montes Pimienta" userId="9786d5c3-4483-4bfe-82f8-0628dc7daecc" providerId="ADAL" clId="{6BDFFF46-ADBB-4027-902B-3C2803C06532}" dt="2026-02-20T19:22:07.260" v="2120" actId="478"/>
          <ac:spMkLst>
            <pc:docMk/>
            <pc:sldMk cId="2829116598" sldId="295"/>
            <ac:spMk id="8" creationId="{F3A357CE-DAC9-E84A-7E69-24B5EADDC614}"/>
          </ac:spMkLst>
        </pc:spChg>
        <pc:spChg chg="del mod">
          <ac:chgData name="Ana Patricia Montes Pimienta" userId="9786d5c3-4483-4bfe-82f8-0628dc7daecc" providerId="ADAL" clId="{6BDFFF46-ADBB-4027-902B-3C2803C06532}" dt="2026-02-20T19:22:07.260" v="2120" actId="478"/>
          <ac:spMkLst>
            <pc:docMk/>
            <pc:sldMk cId="2829116598" sldId="295"/>
            <ac:spMk id="9" creationId="{A3AE5535-A32A-77CB-C178-8CA301D6B4BB}"/>
          </ac:spMkLst>
        </pc:spChg>
        <pc:spChg chg="add mod">
          <ac:chgData name="Ana Patricia Montes Pimienta" userId="9786d5c3-4483-4bfe-82f8-0628dc7daecc" providerId="ADAL" clId="{6BDFFF46-ADBB-4027-902B-3C2803C06532}" dt="2026-02-20T21:21:36.719" v="4339" actId="20577"/>
          <ac:spMkLst>
            <pc:docMk/>
            <pc:sldMk cId="2829116598" sldId="295"/>
            <ac:spMk id="10" creationId="{A02A5F1C-C0FE-C20D-6278-E8B91DAF90EA}"/>
          </ac:spMkLst>
        </pc:spChg>
        <pc:picChg chg="add del mod">
          <ac:chgData name="Ana Patricia Montes Pimienta" userId="9786d5c3-4483-4bfe-82f8-0628dc7daecc" providerId="ADAL" clId="{6BDFFF46-ADBB-4027-902B-3C2803C06532}" dt="2026-02-20T19:21:34.530" v="2114" actId="21"/>
          <ac:picMkLst>
            <pc:docMk/>
            <pc:sldMk cId="2829116598" sldId="295"/>
            <ac:picMk id="2" creationId="{875FBBA1-6A90-6DDB-9391-56C2F4744558}"/>
          </ac:picMkLst>
        </pc:picChg>
        <pc:picChg chg="add mod">
          <ac:chgData name="Ana Patricia Montes Pimienta" userId="9786d5c3-4483-4bfe-82f8-0628dc7daecc" providerId="ADAL" clId="{6BDFFF46-ADBB-4027-902B-3C2803C06532}" dt="2026-02-20T19:21:00.564" v="2111" actId="2085"/>
          <ac:picMkLst>
            <pc:docMk/>
            <pc:sldMk cId="2829116598" sldId="295"/>
            <ac:picMk id="3" creationId="{B35B709F-7D98-1800-80C2-759E6D2F6A87}"/>
          </ac:picMkLst>
        </pc:picChg>
        <pc:picChg chg="add mod">
          <ac:chgData name="Ana Patricia Montes Pimienta" userId="9786d5c3-4483-4bfe-82f8-0628dc7daecc" providerId="ADAL" clId="{6BDFFF46-ADBB-4027-902B-3C2803C06532}" dt="2026-02-20T19:21:37.627" v="2115" actId="1076"/>
          <ac:picMkLst>
            <pc:docMk/>
            <pc:sldMk cId="2829116598" sldId="295"/>
            <ac:picMk id="5" creationId="{0C7F2F23-ED83-150C-818D-E51512C9A96E}"/>
          </ac:picMkLst>
        </pc:picChg>
        <pc:picChg chg="del">
          <ac:chgData name="Ana Patricia Montes Pimienta" userId="9786d5c3-4483-4bfe-82f8-0628dc7daecc" providerId="ADAL" clId="{6BDFFF46-ADBB-4027-902B-3C2803C06532}" dt="2026-02-20T19:20:15.149" v="2096" actId="478"/>
          <ac:picMkLst>
            <pc:docMk/>
            <pc:sldMk cId="2829116598" sldId="295"/>
            <ac:picMk id="13" creationId="{1A2CF85C-6D66-393D-FBC2-60EA0A1055F4}"/>
          </ac:picMkLst>
        </pc:picChg>
        <pc:picChg chg="del">
          <ac:chgData name="Ana Patricia Montes Pimienta" userId="9786d5c3-4483-4bfe-82f8-0628dc7daecc" providerId="ADAL" clId="{6BDFFF46-ADBB-4027-902B-3C2803C06532}" dt="2026-02-20T19:20:15.149" v="2096" actId="478"/>
          <ac:picMkLst>
            <pc:docMk/>
            <pc:sldMk cId="2829116598" sldId="295"/>
            <ac:picMk id="17" creationId="{88AFB2A8-0B52-F1A9-A0B2-7C7343774EF9}"/>
          </ac:picMkLst>
        </pc:picChg>
      </pc:sldChg>
      <pc:sldChg chg="addSp delSp modSp add mod">
        <pc:chgData name="Ana Patricia Montes Pimienta" userId="9786d5c3-4483-4bfe-82f8-0628dc7daecc" providerId="ADAL" clId="{6BDFFF46-ADBB-4027-902B-3C2803C06532}" dt="2026-02-20T21:21:43.417" v="4343" actId="20577"/>
        <pc:sldMkLst>
          <pc:docMk/>
          <pc:sldMk cId="1897254586" sldId="296"/>
        </pc:sldMkLst>
        <pc:spChg chg="add del mod">
          <ac:chgData name="Ana Patricia Montes Pimienta" userId="9786d5c3-4483-4bfe-82f8-0628dc7daecc" providerId="ADAL" clId="{6BDFFF46-ADBB-4027-902B-3C2803C06532}" dt="2026-02-20T20:45:10.904" v="3540" actId="478"/>
          <ac:spMkLst>
            <pc:docMk/>
            <pc:sldMk cId="1897254586" sldId="296"/>
            <ac:spMk id="3" creationId="{0BAC2DD6-2331-9177-43F7-685A20212702}"/>
          </ac:spMkLst>
        </pc:spChg>
        <pc:spChg chg="del">
          <ac:chgData name="Ana Patricia Montes Pimienta" userId="9786d5c3-4483-4bfe-82f8-0628dc7daecc" providerId="ADAL" clId="{6BDFFF46-ADBB-4027-902B-3C2803C06532}" dt="2026-02-20T19:29:21.339" v="2303" actId="478"/>
          <ac:spMkLst>
            <pc:docMk/>
            <pc:sldMk cId="1897254586" sldId="296"/>
            <ac:spMk id="4" creationId="{2DC24C60-F481-ED40-028B-225DB6801FEB}"/>
          </ac:spMkLst>
        </pc:spChg>
        <pc:spChg chg="mod">
          <ac:chgData name="Ana Patricia Montes Pimienta" userId="9786d5c3-4483-4bfe-82f8-0628dc7daecc" providerId="ADAL" clId="{6BDFFF46-ADBB-4027-902B-3C2803C06532}" dt="2026-02-20T19:31:57.806" v="2390" actId="20577"/>
          <ac:spMkLst>
            <pc:docMk/>
            <pc:sldMk cId="1897254586" sldId="296"/>
            <ac:spMk id="9" creationId="{2C0D3E90-E52F-6F58-A167-4BEB3441344A}"/>
          </ac:spMkLst>
        </pc:spChg>
        <pc:spChg chg="add mod">
          <ac:chgData name="Ana Patricia Montes Pimienta" userId="9786d5c3-4483-4bfe-82f8-0628dc7daecc" providerId="ADAL" clId="{6BDFFF46-ADBB-4027-902B-3C2803C06532}" dt="2026-02-20T21:21:43.417" v="4343" actId="20577"/>
          <ac:spMkLst>
            <pc:docMk/>
            <pc:sldMk cId="1897254586" sldId="296"/>
            <ac:spMk id="10" creationId="{031C3827-CCDE-4D62-014C-0B2EF3ABA0AD}"/>
          </ac:spMkLst>
        </pc:spChg>
        <pc:spChg chg="del">
          <ac:chgData name="Ana Patricia Montes Pimienta" userId="9786d5c3-4483-4bfe-82f8-0628dc7daecc" providerId="ADAL" clId="{6BDFFF46-ADBB-4027-902B-3C2803C06532}" dt="2026-02-20T19:29:32.517" v="2307" actId="478"/>
          <ac:spMkLst>
            <pc:docMk/>
            <pc:sldMk cId="1897254586" sldId="296"/>
            <ac:spMk id="11" creationId="{B986E0B9-3321-9888-26A7-CD0617DEB695}"/>
          </ac:spMkLst>
        </pc:spChg>
        <pc:spChg chg="del">
          <ac:chgData name="Ana Patricia Montes Pimienta" userId="9786d5c3-4483-4bfe-82f8-0628dc7daecc" providerId="ADAL" clId="{6BDFFF46-ADBB-4027-902B-3C2803C06532}" dt="2026-02-20T19:29:30.479" v="2306" actId="478"/>
          <ac:spMkLst>
            <pc:docMk/>
            <pc:sldMk cId="1897254586" sldId="296"/>
            <ac:spMk id="14" creationId="{43EF5A59-0ECE-ED53-AAB7-C7DF411DF64C}"/>
          </ac:spMkLst>
        </pc:spChg>
        <pc:picChg chg="add mod">
          <ac:chgData name="Ana Patricia Montes Pimienta" userId="9786d5c3-4483-4bfe-82f8-0628dc7daecc" providerId="ADAL" clId="{6BDFFF46-ADBB-4027-902B-3C2803C06532}" dt="2026-02-20T19:39:42.702" v="2632" actId="1076"/>
          <ac:picMkLst>
            <pc:docMk/>
            <pc:sldMk cId="1897254586" sldId="296"/>
            <ac:picMk id="2" creationId="{568DD6A2-1688-E747-50C0-FD62B22C6012}"/>
          </ac:picMkLst>
        </pc:picChg>
        <pc:picChg chg="del">
          <ac:chgData name="Ana Patricia Montes Pimienta" userId="9786d5c3-4483-4bfe-82f8-0628dc7daecc" providerId="ADAL" clId="{6BDFFF46-ADBB-4027-902B-3C2803C06532}" dt="2026-02-20T19:29:19.186" v="2302" actId="478"/>
          <ac:picMkLst>
            <pc:docMk/>
            <pc:sldMk cId="1897254586" sldId="296"/>
            <ac:picMk id="6" creationId="{2A713773-7D43-0A46-D1D9-7C21DDA71A32}"/>
          </ac:picMkLst>
        </pc:picChg>
        <pc:picChg chg="del">
          <ac:chgData name="Ana Patricia Montes Pimienta" userId="9786d5c3-4483-4bfe-82f8-0628dc7daecc" providerId="ADAL" clId="{6BDFFF46-ADBB-4027-902B-3C2803C06532}" dt="2026-02-20T19:29:19.186" v="2302" actId="478"/>
          <ac:picMkLst>
            <pc:docMk/>
            <pc:sldMk cId="1897254586" sldId="296"/>
            <ac:picMk id="7" creationId="{BD68EE54-7866-A9D0-255B-77C304C1E310}"/>
          </ac:picMkLst>
        </pc:picChg>
        <pc:cxnChg chg="del">
          <ac:chgData name="Ana Patricia Montes Pimienta" userId="9786d5c3-4483-4bfe-82f8-0628dc7daecc" providerId="ADAL" clId="{6BDFFF46-ADBB-4027-902B-3C2803C06532}" dt="2026-02-20T19:29:22.118" v="2304" actId="478"/>
          <ac:cxnSpMkLst>
            <pc:docMk/>
            <pc:sldMk cId="1897254586" sldId="296"/>
            <ac:cxnSpMk id="8" creationId="{0C0D5FFA-1D66-3ABD-1588-54D1ACF708CA}"/>
          </ac:cxnSpMkLst>
        </pc:cxnChg>
      </pc:sldChg>
      <pc:sldChg chg="addSp delSp modSp add mod">
        <pc:chgData name="Ana Patricia Montes Pimienta" userId="9786d5c3-4483-4bfe-82f8-0628dc7daecc" providerId="ADAL" clId="{6BDFFF46-ADBB-4027-902B-3C2803C06532}" dt="2026-02-20T21:21:47.051" v="4345" actId="20577"/>
        <pc:sldMkLst>
          <pc:docMk/>
          <pc:sldMk cId="2409909888" sldId="297"/>
        </pc:sldMkLst>
        <pc:spChg chg="del">
          <ac:chgData name="Ana Patricia Montes Pimienta" userId="9786d5c3-4483-4bfe-82f8-0628dc7daecc" providerId="ADAL" clId="{6BDFFF46-ADBB-4027-902B-3C2803C06532}" dt="2026-02-20T19:31:07.561" v="2320" actId="478"/>
          <ac:spMkLst>
            <pc:docMk/>
            <pc:sldMk cId="2409909888" sldId="297"/>
            <ac:spMk id="3" creationId="{9C5367D1-E76B-0B33-C92A-26FE3C16C4B5}"/>
          </ac:spMkLst>
        </pc:spChg>
        <pc:spChg chg="add del mod">
          <ac:chgData name="Ana Patricia Montes Pimienta" userId="9786d5c3-4483-4bfe-82f8-0628dc7daecc" providerId="ADAL" clId="{6BDFFF46-ADBB-4027-902B-3C2803C06532}" dt="2026-02-20T20:43:53.422" v="3414" actId="478"/>
          <ac:spMkLst>
            <pc:docMk/>
            <pc:sldMk cId="2409909888" sldId="297"/>
            <ac:spMk id="6" creationId="{123BC6D4-A455-C9CB-C03C-3A65BCA238AE}"/>
          </ac:spMkLst>
        </pc:spChg>
        <pc:spChg chg="add mod">
          <ac:chgData name="Ana Patricia Montes Pimienta" userId="9786d5c3-4483-4bfe-82f8-0628dc7daecc" providerId="ADAL" clId="{6BDFFF46-ADBB-4027-902B-3C2803C06532}" dt="2026-02-20T21:21:47.051" v="4345" actId="20577"/>
          <ac:spMkLst>
            <pc:docMk/>
            <pc:sldMk cId="2409909888" sldId="297"/>
            <ac:spMk id="7" creationId="{8117B9F9-4AAA-36E5-1607-1E886AA4BEFA}"/>
          </ac:spMkLst>
        </pc:spChg>
        <pc:spChg chg="mod">
          <ac:chgData name="Ana Patricia Montes Pimienta" userId="9786d5c3-4483-4bfe-82f8-0628dc7daecc" providerId="ADAL" clId="{6BDFFF46-ADBB-4027-902B-3C2803C06532}" dt="2026-02-20T19:33:19.824" v="2490" actId="20577"/>
          <ac:spMkLst>
            <pc:docMk/>
            <pc:sldMk cId="2409909888" sldId="297"/>
            <ac:spMk id="9" creationId="{45EBC021-417E-12A2-B829-D138474D0AFE}"/>
          </ac:spMkLst>
        </pc:spChg>
        <pc:picChg chg="del">
          <ac:chgData name="Ana Patricia Montes Pimienta" userId="9786d5c3-4483-4bfe-82f8-0628dc7daecc" providerId="ADAL" clId="{6BDFFF46-ADBB-4027-902B-3C2803C06532}" dt="2026-02-20T19:31:07.561" v="2320" actId="478"/>
          <ac:picMkLst>
            <pc:docMk/>
            <pc:sldMk cId="2409909888" sldId="297"/>
            <ac:picMk id="2" creationId="{1E1DA2D8-D2F9-0CA9-70A3-C9372FF59805}"/>
          </ac:picMkLst>
        </pc:picChg>
        <pc:picChg chg="add mod modCrop">
          <ac:chgData name="Ana Patricia Montes Pimienta" userId="9786d5c3-4483-4bfe-82f8-0628dc7daecc" providerId="ADAL" clId="{6BDFFF46-ADBB-4027-902B-3C2803C06532}" dt="2026-02-20T19:33:40.697" v="2495" actId="1076"/>
          <ac:picMkLst>
            <pc:docMk/>
            <pc:sldMk cId="2409909888" sldId="297"/>
            <ac:picMk id="4" creationId="{B0341EC2-19C1-3FA1-E16E-CE3E1CBFE6E1}"/>
          </ac:picMkLst>
        </pc:picChg>
      </pc:sldChg>
      <pc:sldChg chg="addSp delSp modSp add mod">
        <pc:chgData name="Ana Patricia Montes Pimienta" userId="9786d5c3-4483-4bfe-82f8-0628dc7daecc" providerId="ADAL" clId="{6BDFFF46-ADBB-4027-902B-3C2803C06532}" dt="2026-02-20T21:21:50.901" v="4347" actId="20577"/>
        <pc:sldMkLst>
          <pc:docMk/>
          <pc:sldMk cId="2867049210" sldId="298"/>
        </pc:sldMkLst>
        <pc:spChg chg="add mod">
          <ac:chgData name="Ana Patricia Montes Pimienta" userId="9786d5c3-4483-4bfe-82f8-0628dc7daecc" providerId="ADAL" clId="{6BDFFF46-ADBB-4027-902B-3C2803C06532}" dt="2026-02-20T20:34:25.257" v="3329"/>
          <ac:spMkLst>
            <pc:docMk/>
            <pc:sldMk cId="2867049210" sldId="298"/>
            <ac:spMk id="3" creationId="{B820CFD4-920A-A178-E2E5-405F25135549}"/>
          </ac:spMkLst>
        </pc:spChg>
        <pc:spChg chg="del mod">
          <ac:chgData name="Ana Patricia Montes Pimienta" userId="9786d5c3-4483-4bfe-82f8-0628dc7daecc" providerId="ADAL" clId="{6BDFFF46-ADBB-4027-902B-3C2803C06532}" dt="2026-02-20T20:34:31.225" v="3330" actId="478"/>
          <ac:spMkLst>
            <pc:docMk/>
            <pc:sldMk cId="2867049210" sldId="298"/>
            <ac:spMk id="6" creationId="{ED821CC5-5191-82DF-A5BB-EBEBAB9C7A3A}"/>
          </ac:spMkLst>
        </pc:spChg>
        <pc:spChg chg="add mod">
          <ac:chgData name="Ana Patricia Montes Pimienta" userId="9786d5c3-4483-4bfe-82f8-0628dc7daecc" providerId="ADAL" clId="{6BDFFF46-ADBB-4027-902B-3C2803C06532}" dt="2026-02-20T21:21:50.901" v="4347" actId="20577"/>
          <ac:spMkLst>
            <pc:docMk/>
            <pc:sldMk cId="2867049210" sldId="298"/>
            <ac:spMk id="7" creationId="{6A1649DD-1DEB-5700-5EE2-17753332C548}"/>
          </ac:spMkLst>
        </pc:spChg>
        <pc:spChg chg="mod">
          <ac:chgData name="Ana Patricia Montes Pimienta" userId="9786d5c3-4483-4bfe-82f8-0628dc7daecc" providerId="ADAL" clId="{6BDFFF46-ADBB-4027-902B-3C2803C06532}" dt="2026-02-20T19:35:42.398" v="2527" actId="5793"/>
          <ac:spMkLst>
            <pc:docMk/>
            <pc:sldMk cId="2867049210" sldId="298"/>
            <ac:spMk id="9" creationId="{2F2B659E-4D3A-9FBE-DF64-7682DE3D7EDB}"/>
          </ac:spMkLst>
        </pc:spChg>
        <pc:picChg chg="add mod ord modCrop">
          <ac:chgData name="Ana Patricia Montes Pimienta" userId="9786d5c3-4483-4bfe-82f8-0628dc7daecc" providerId="ADAL" clId="{6BDFFF46-ADBB-4027-902B-3C2803C06532}" dt="2026-02-20T19:36:01.748" v="2533" actId="2085"/>
          <ac:picMkLst>
            <pc:docMk/>
            <pc:sldMk cId="2867049210" sldId="298"/>
            <ac:picMk id="2" creationId="{19C6034B-4D6E-DFA2-391A-13D5BFA4B457}"/>
          </ac:picMkLst>
        </pc:picChg>
        <pc:picChg chg="del">
          <ac:chgData name="Ana Patricia Montes Pimienta" userId="9786d5c3-4483-4bfe-82f8-0628dc7daecc" providerId="ADAL" clId="{6BDFFF46-ADBB-4027-902B-3C2803C06532}" dt="2026-02-20T19:35:20.817" v="2514" actId="478"/>
          <ac:picMkLst>
            <pc:docMk/>
            <pc:sldMk cId="2867049210" sldId="298"/>
            <ac:picMk id="4" creationId="{B82BF483-4614-99CF-CB6A-C1DE2C65E29F}"/>
          </ac:picMkLst>
        </pc:picChg>
      </pc:sldChg>
      <pc:sldChg chg="addSp delSp modSp add mod">
        <pc:chgData name="Ana Patricia Montes Pimienta" userId="9786d5c3-4483-4bfe-82f8-0628dc7daecc" providerId="ADAL" clId="{6BDFFF46-ADBB-4027-902B-3C2803C06532}" dt="2026-02-20T21:21:55.861" v="4350" actId="20577"/>
        <pc:sldMkLst>
          <pc:docMk/>
          <pc:sldMk cId="1488926267" sldId="299"/>
        </pc:sldMkLst>
        <pc:spChg chg="del mod">
          <ac:chgData name="Ana Patricia Montes Pimienta" userId="9786d5c3-4483-4bfe-82f8-0628dc7daecc" providerId="ADAL" clId="{6BDFFF46-ADBB-4027-902B-3C2803C06532}" dt="2026-02-20T20:28:24.397" v="2983"/>
          <ac:spMkLst>
            <pc:docMk/>
            <pc:sldMk cId="1488926267" sldId="299"/>
            <ac:spMk id="6" creationId="{B4F9C0CD-34CD-AD8A-0992-DCF7699F32E7}"/>
          </ac:spMkLst>
        </pc:spChg>
        <pc:spChg chg="add mod">
          <ac:chgData name="Ana Patricia Montes Pimienta" userId="9786d5c3-4483-4bfe-82f8-0628dc7daecc" providerId="ADAL" clId="{6BDFFF46-ADBB-4027-902B-3C2803C06532}" dt="2026-02-20T21:21:55.861" v="4350" actId="20577"/>
          <ac:spMkLst>
            <pc:docMk/>
            <pc:sldMk cId="1488926267" sldId="299"/>
            <ac:spMk id="7" creationId="{E2DE3EBF-7576-6234-6A2E-6BFDFBC21197}"/>
          </ac:spMkLst>
        </pc:spChg>
        <pc:spChg chg="mod">
          <ac:chgData name="Ana Patricia Montes Pimienta" userId="9786d5c3-4483-4bfe-82f8-0628dc7daecc" providerId="ADAL" clId="{6BDFFF46-ADBB-4027-902B-3C2803C06532}" dt="2026-02-20T19:36:37.743" v="2563" actId="27636"/>
          <ac:spMkLst>
            <pc:docMk/>
            <pc:sldMk cId="1488926267" sldId="299"/>
            <ac:spMk id="9" creationId="{FA0CFF8C-D079-B298-8B32-7C489FE0F71B}"/>
          </ac:spMkLst>
        </pc:spChg>
        <pc:picChg chg="del">
          <ac:chgData name="Ana Patricia Montes Pimienta" userId="9786d5c3-4483-4bfe-82f8-0628dc7daecc" providerId="ADAL" clId="{6BDFFF46-ADBB-4027-902B-3C2803C06532}" dt="2026-02-20T19:36:29.742" v="2537" actId="478"/>
          <ac:picMkLst>
            <pc:docMk/>
            <pc:sldMk cId="1488926267" sldId="299"/>
            <ac:picMk id="2" creationId="{CA18592A-8D8B-728C-3208-319A9E29D295}"/>
          </ac:picMkLst>
        </pc:picChg>
        <pc:picChg chg="add mod ord modCrop">
          <ac:chgData name="Ana Patricia Montes Pimienta" userId="9786d5c3-4483-4bfe-82f8-0628dc7daecc" providerId="ADAL" clId="{6BDFFF46-ADBB-4027-902B-3C2803C06532}" dt="2026-02-20T20:28:47.888" v="2987" actId="1076"/>
          <ac:picMkLst>
            <pc:docMk/>
            <pc:sldMk cId="1488926267" sldId="299"/>
            <ac:picMk id="3" creationId="{EDAB233C-822D-5B02-A80C-CD90369A0351}"/>
          </ac:picMkLst>
        </pc:picChg>
      </pc:sldChg>
      <pc:sldChg chg="addSp delSp modSp add mod">
        <pc:chgData name="Ana Patricia Montes Pimienta" userId="9786d5c3-4483-4bfe-82f8-0628dc7daecc" providerId="ADAL" clId="{6BDFFF46-ADBB-4027-902B-3C2803C06532}" dt="2026-02-20T21:21:58.987" v="4353" actId="20577"/>
        <pc:sldMkLst>
          <pc:docMk/>
          <pc:sldMk cId="3775555277" sldId="300"/>
        </pc:sldMkLst>
        <pc:spChg chg="add del mod">
          <ac:chgData name="Ana Patricia Montes Pimienta" userId="9786d5c3-4483-4bfe-82f8-0628dc7daecc" providerId="ADAL" clId="{6BDFFF46-ADBB-4027-902B-3C2803C06532}" dt="2026-02-20T20:29:02.400" v="2992" actId="478"/>
          <ac:spMkLst>
            <pc:docMk/>
            <pc:sldMk cId="3775555277" sldId="300"/>
            <ac:spMk id="4" creationId="{9FF09C5A-803A-2954-3CA5-6389C3C12FB1}"/>
          </ac:spMkLst>
        </pc:spChg>
        <pc:spChg chg="del mod">
          <ac:chgData name="Ana Patricia Montes Pimienta" userId="9786d5c3-4483-4bfe-82f8-0628dc7daecc" providerId="ADAL" clId="{6BDFFF46-ADBB-4027-902B-3C2803C06532}" dt="2026-02-20T20:28:58.456" v="2990" actId="478"/>
          <ac:spMkLst>
            <pc:docMk/>
            <pc:sldMk cId="3775555277" sldId="300"/>
            <ac:spMk id="6" creationId="{538F4CA9-0C4C-82BE-9B50-EC11E5479FB4}"/>
          </ac:spMkLst>
        </pc:spChg>
        <pc:spChg chg="add mod">
          <ac:chgData name="Ana Patricia Montes Pimienta" userId="9786d5c3-4483-4bfe-82f8-0628dc7daecc" providerId="ADAL" clId="{6BDFFF46-ADBB-4027-902B-3C2803C06532}" dt="2026-02-20T21:21:58.987" v="4353" actId="20577"/>
          <ac:spMkLst>
            <pc:docMk/>
            <pc:sldMk cId="3775555277" sldId="300"/>
            <ac:spMk id="7" creationId="{A7BF4D5F-993A-768C-B459-78007BC95CEF}"/>
          </ac:spMkLst>
        </pc:spChg>
        <pc:spChg chg="mod">
          <ac:chgData name="Ana Patricia Montes Pimienta" userId="9786d5c3-4483-4bfe-82f8-0628dc7daecc" providerId="ADAL" clId="{6BDFFF46-ADBB-4027-902B-3C2803C06532}" dt="2026-02-20T21:02:07.466" v="4196" actId="313"/>
          <ac:spMkLst>
            <pc:docMk/>
            <pc:sldMk cId="3775555277" sldId="300"/>
            <ac:spMk id="9" creationId="{D7A5D656-F0A4-147E-5B5B-164BB2E8DD16}"/>
          </ac:spMkLst>
        </pc:spChg>
        <pc:spChg chg="add mod">
          <ac:chgData name="Ana Patricia Montes Pimienta" userId="9786d5c3-4483-4bfe-82f8-0628dc7daecc" providerId="ADAL" clId="{6BDFFF46-ADBB-4027-902B-3C2803C06532}" dt="2026-02-20T20:33:58.615" v="3325" actId="113"/>
          <ac:spMkLst>
            <pc:docMk/>
            <pc:sldMk cId="3775555277" sldId="300"/>
            <ac:spMk id="10" creationId="{5D878722-0905-A250-7DCD-DAB3BAFFAC7F}"/>
          </ac:spMkLst>
        </pc:spChg>
        <pc:picChg chg="add mod ord modCrop">
          <ac:chgData name="Ana Patricia Montes Pimienta" userId="9786d5c3-4483-4bfe-82f8-0628dc7daecc" providerId="ADAL" clId="{6BDFFF46-ADBB-4027-902B-3C2803C06532}" dt="2026-02-20T20:33:23.054" v="3317" actId="1076"/>
          <ac:picMkLst>
            <pc:docMk/>
            <pc:sldMk cId="3775555277" sldId="300"/>
            <ac:picMk id="2" creationId="{06B3705D-B359-F9C9-189B-FF2D9A7514FB}"/>
          </ac:picMkLst>
        </pc:picChg>
        <pc:picChg chg="del">
          <ac:chgData name="Ana Patricia Montes Pimienta" userId="9786d5c3-4483-4bfe-82f8-0628dc7daecc" providerId="ADAL" clId="{6BDFFF46-ADBB-4027-902B-3C2803C06532}" dt="2026-02-20T19:37:38.464" v="2613" actId="478"/>
          <ac:picMkLst>
            <pc:docMk/>
            <pc:sldMk cId="3775555277" sldId="300"/>
            <ac:picMk id="3" creationId="{AAA24FE9-DF7E-8D7A-7910-D375482D5FCC}"/>
          </ac:picMkLst>
        </pc:picChg>
      </pc:sldChg>
      <pc:sldChg chg="addSp delSp modSp new mod setBg">
        <pc:chgData name="Ana Patricia Montes Pimienta" userId="9786d5c3-4483-4bfe-82f8-0628dc7daecc" providerId="ADAL" clId="{6BDFFF46-ADBB-4027-902B-3C2803C06532}" dt="2026-02-20T20:22:48.394" v="2965" actId="26606"/>
        <pc:sldMkLst>
          <pc:docMk/>
          <pc:sldMk cId="84147198" sldId="301"/>
        </pc:sldMkLst>
        <pc:spChg chg="mod">
          <ac:chgData name="Ana Patricia Montes Pimienta" userId="9786d5c3-4483-4bfe-82f8-0628dc7daecc" providerId="ADAL" clId="{6BDFFF46-ADBB-4027-902B-3C2803C06532}" dt="2026-02-20T20:22:48.394" v="2965" actId="26606"/>
          <ac:spMkLst>
            <pc:docMk/>
            <pc:sldMk cId="84147198" sldId="301"/>
            <ac:spMk id="2" creationId="{7A2AF0EE-D332-3AEB-65CA-760EF2456B0D}"/>
          </ac:spMkLst>
        </pc:spChg>
        <pc:spChg chg="del">
          <ac:chgData name="Ana Patricia Montes Pimienta" userId="9786d5c3-4483-4bfe-82f8-0628dc7daecc" providerId="ADAL" clId="{6BDFFF46-ADBB-4027-902B-3C2803C06532}" dt="2026-02-20T20:22:19.934" v="2962" actId="478"/>
          <ac:spMkLst>
            <pc:docMk/>
            <pc:sldMk cId="84147198" sldId="301"/>
            <ac:spMk id="3" creationId="{14C62A3B-EF18-BD86-9B76-F1051FDB106C}"/>
          </ac:spMkLst>
        </pc:spChg>
        <pc:spChg chg="add">
          <ac:chgData name="Ana Patricia Montes Pimienta" userId="9786d5c3-4483-4bfe-82f8-0628dc7daecc" providerId="ADAL" clId="{6BDFFF46-ADBB-4027-902B-3C2803C06532}" dt="2026-02-20T20:22:48.394" v="2965" actId="26606"/>
          <ac:spMkLst>
            <pc:docMk/>
            <pc:sldMk cId="84147198" sldId="301"/>
            <ac:spMk id="9" creationId="{0E30439A-8A5B-46EC-8283-9B6B031D40D0}"/>
          </ac:spMkLst>
        </pc:spChg>
        <pc:spChg chg="add">
          <ac:chgData name="Ana Patricia Montes Pimienta" userId="9786d5c3-4483-4bfe-82f8-0628dc7daecc" providerId="ADAL" clId="{6BDFFF46-ADBB-4027-902B-3C2803C06532}" dt="2026-02-20T20:22:48.394" v="2965" actId="26606"/>
          <ac:spMkLst>
            <pc:docMk/>
            <pc:sldMk cId="84147198" sldId="301"/>
            <ac:spMk id="11" creationId="{5CEAD642-85CF-4750-8432-7C80C901F001}"/>
          </ac:spMkLst>
        </pc:spChg>
        <pc:spChg chg="add">
          <ac:chgData name="Ana Patricia Montes Pimienta" userId="9786d5c3-4483-4bfe-82f8-0628dc7daecc" providerId="ADAL" clId="{6BDFFF46-ADBB-4027-902B-3C2803C06532}" dt="2026-02-20T20:22:48.394" v="2965" actId="26606"/>
          <ac:spMkLst>
            <pc:docMk/>
            <pc:sldMk cId="84147198" sldId="301"/>
            <ac:spMk id="13" creationId="{FA33EEAE-15D5-4119-8C1E-89D943F911EF}"/>
          </ac:spMkLst>
        </pc:spChg>
        <pc:spChg chg="add">
          <ac:chgData name="Ana Patricia Montes Pimienta" userId="9786d5c3-4483-4bfe-82f8-0628dc7daecc" providerId="ADAL" clId="{6BDFFF46-ADBB-4027-902B-3C2803C06532}" dt="2026-02-20T20:22:48.394" v="2965" actId="26606"/>
          <ac:spMkLst>
            <pc:docMk/>
            <pc:sldMk cId="84147198" sldId="301"/>
            <ac:spMk id="15" creationId="{730D8B3B-9B80-4025-B934-26DC7D7CD231}"/>
          </ac:spMkLst>
        </pc:spChg>
        <pc:spChg chg="add">
          <ac:chgData name="Ana Patricia Montes Pimienta" userId="9786d5c3-4483-4bfe-82f8-0628dc7daecc" providerId="ADAL" clId="{6BDFFF46-ADBB-4027-902B-3C2803C06532}" dt="2026-02-20T20:22:48.394" v="2965" actId="26606"/>
          <ac:spMkLst>
            <pc:docMk/>
            <pc:sldMk cId="84147198" sldId="301"/>
            <ac:spMk id="17" creationId="{B5A1B09C-1565-46F8-B70F-621C5EB48A09}"/>
          </ac:spMkLst>
        </pc:spChg>
        <pc:spChg chg="add">
          <ac:chgData name="Ana Patricia Montes Pimienta" userId="9786d5c3-4483-4bfe-82f8-0628dc7daecc" providerId="ADAL" clId="{6BDFFF46-ADBB-4027-902B-3C2803C06532}" dt="2026-02-20T20:22:48.394" v="2965" actId="26606"/>
          <ac:spMkLst>
            <pc:docMk/>
            <pc:sldMk cId="84147198" sldId="301"/>
            <ac:spMk id="19" creationId="{8C516CC8-80AC-446C-A56E-9F54B7210402}"/>
          </ac:spMkLst>
        </pc:spChg>
        <pc:spChg chg="add">
          <ac:chgData name="Ana Patricia Montes Pimienta" userId="9786d5c3-4483-4bfe-82f8-0628dc7daecc" providerId="ADAL" clId="{6BDFFF46-ADBB-4027-902B-3C2803C06532}" dt="2026-02-20T20:22:48.394" v="2965" actId="26606"/>
          <ac:spMkLst>
            <pc:docMk/>
            <pc:sldMk cId="84147198" sldId="301"/>
            <ac:spMk id="21" creationId="{53947E58-F088-49F1-A3D1-DEA690192E84}"/>
          </ac:spMkLst>
        </pc:spChg>
        <pc:picChg chg="add mod">
          <ac:chgData name="Ana Patricia Montes Pimienta" userId="9786d5c3-4483-4bfe-82f8-0628dc7daecc" providerId="ADAL" clId="{6BDFFF46-ADBB-4027-902B-3C2803C06532}" dt="2026-02-20T20:22:31.475" v="2964"/>
          <ac:picMkLst>
            <pc:docMk/>
            <pc:sldMk cId="84147198" sldId="301"/>
            <ac:picMk id="4" creationId="{C294E56B-18A4-E7D9-5BA9-6B3D156ADDCD}"/>
          </ac:picMkLst>
        </pc:picChg>
      </pc:sldChg>
      <pc:sldChg chg="addSp delSp modSp add mod">
        <pc:chgData name="Ana Patricia Montes Pimienta" userId="9786d5c3-4483-4bfe-82f8-0628dc7daecc" providerId="ADAL" clId="{6BDFFF46-ADBB-4027-902B-3C2803C06532}" dt="2026-02-20T21:03:13.393" v="4203" actId="478"/>
        <pc:sldMkLst>
          <pc:docMk/>
          <pc:sldMk cId="427804158" sldId="302"/>
        </pc:sldMkLst>
        <pc:spChg chg="add mod">
          <ac:chgData name="Ana Patricia Montes Pimienta" userId="9786d5c3-4483-4bfe-82f8-0628dc7daecc" providerId="ADAL" clId="{6BDFFF46-ADBB-4027-902B-3C2803C06532}" dt="2026-02-20T20:42:58.295" v="3383" actId="6549"/>
          <ac:spMkLst>
            <pc:docMk/>
            <pc:sldMk cId="427804158" sldId="302"/>
            <ac:spMk id="4" creationId="{A73950D8-1054-EBB4-83CE-8298627CE516}"/>
          </ac:spMkLst>
        </pc:spChg>
        <pc:spChg chg="del">
          <ac:chgData name="Ana Patricia Montes Pimienta" userId="9786d5c3-4483-4bfe-82f8-0628dc7daecc" providerId="ADAL" clId="{6BDFFF46-ADBB-4027-902B-3C2803C06532}" dt="2026-02-20T20:35:46.053" v="3351" actId="478"/>
          <ac:spMkLst>
            <pc:docMk/>
            <pc:sldMk cId="427804158" sldId="302"/>
            <ac:spMk id="9" creationId="{9A6FBAC7-6B09-D1F5-BFC1-F55E17E39750}"/>
          </ac:spMkLst>
        </pc:spChg>
        <pc:spChg chg="del">
          <ac:chgData name="Ana Patricia Montes Pimienta" userId="9786d5c3-4483-4bfe-82f8-0628dc7daecc" providerId="ADAL" clId="{6BDFFF46-ADBB-4027-902B-3C2803C06532}" dt="2026-02-20T21:03:13.393" v="4203" actId="478"/>
          <ac:spMkLst>
            <pc:docMk/>
            <pc:sldMk cId="427804158" sldId="302"/>
            <ac:spMk id="10" creationId="{EDB8107B-9AC5-00DC-708E-24A6034DB71F}"/>
          </ac:spMkLst>
        </pc:spChg>
        <pc:spChg chg="del">
          <ac:chgData name="Ana Patricia Montes Pimienta" userId="9786d5c3-4483-4bfe-82f8-0628dc7daecc" providerId="ADAL" clId="{6BDFFF46-ADBB-4027-902B-3C2803C06532}" dt="2026-02-20T20:35:46.053" v="3351" actId="478"/>
          <ac:spMkLst>
            <pc:docMk/>
            <pc:sldMk cId="427804158" sldId="302"/>
            <ac:spMk id="11" creationId="{63349210-8098-85FC-B604-43D312165905}"/>
          </ac:spMkLst>
        </pc:spChg>
        <pc:spChg chg="mod">
          <ac:chgData name="Ana Patricia Montes Pimienta" userId="9786d5c3-4483-4bfe-82f8-0628dc7daecc" providerId="ADAL" clId="{6BDFFF46-ADBB-4027-902B-3C2803C06532}" dt="2026-02-20T20:35:39.058" v="3350" actId="20577"/>
          <ac:spMkLst>
            <pc:docMk/>
            <pc:sldMk cId="427804158" sldId="302"/>
            <ac:spMk id="16" creationId="{E242B94B-25DA-F183-BE6F-625EE6E5131B}"/>
          </ac:spMkLst>
        </pc:spChg>
        <pc:spChg chg="del">
          <ac:chgData name="Ana Patricia Montes Pimienta" userId="9786d5c3-4483-4bfe-82f8-0628dc7daecc" providerId="ADAL" clId="{6BDFFF46-ADBB-4027-902B-3C2803C06532}" dt="2026-02-20T20:35:46.053" v="3351" actId="478"/>
          <ac:spMkLst>
            <pc:docMk/>
            <pc:sldMk cId="427804158" sldId="302"/>
            <ac:spMk id="17" creationId="{3D46296B-931F-2C8F-EAEE-994532A667CA}"/>
          </ac:spMkLst>
        </pc:spChg>
        <pc:picChg chg="del">
          <ac:chgData name="Ana Patricia Montes Pimienta" userId="9786d5c3-4483-4bfe-82f8-0628dc7daecc" providerId="ADAL" clId="{6BDFFF46-ADBB-4027-902B-3C2803C06532}" dt="2026-02-20T20:35:46.053" v="3351" actId="478"/>
          <ac:picMkLst>
            <pc:docMk/>
            <pc:sldMk cId="427804158" sldId="302"/>
            <ac:picMk id="3" creationId="{696AF4C7-9C23-3454-CD4A-7D1D46923C4A}"/>
          </ac:picMkLst>
        </pc:picChg>
        <pc:picChg chg="del">
          <ac:chgData name="Ana Patricia Montes Pimienta" userId="9786d5c3-4483-4bfe-82f8-0628dc7daecc" providerId="ADAL" clId="{6BDFFF46-ADBB-4027-902B-3C2803C06532}" dt="2026-02-20T20:35:46.053" v="3351" actId="478"/>
          <ac:picMkLst>
            <pc:docMk/>
            <pc:sldMk cId="427804158" sldId="302"/>
            <ac:picMk id="8" creationId="{7BE4AB9C-4212-38EB-F5F8-6FB4C7F4EC8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738538-402F-4ABA-A677-131E3E67F7DF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AD50E2-CA81-4E4C-A6EC-D9F00E7B3CC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0868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3A3DB-E5DD-A596-8237-DF68FF41C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93DC10-CBF2-C7FF-F78E-034620D59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E0B7230-1739-4F06-C288-3425BB8563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604599-4F77-16E5-2F7B-38781FD8C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D50E2-CA81-4E4C-A6EC-D9F00E7B3CCD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07072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AD50E2-CA81-4E4C-A6EC-D9F00E7B3CC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9857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27/04/2026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mdat.b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entinel.esa.int/web/sentinel/user-guides/sentinel-2-msi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0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noProof="0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49805" y="591538"/>
            <a:ext cx="10394115" cy="2928470"/>
          </a:xfrm>
        </p:spPr>
        <p:txBody>
          <a:bodyPr anchor="b">
            <a:normAutofit/>
          </a:bodyPr>
          <a:lstStyle/>
          <a:p>
            <a:pPr algn="l"/>
            <a:r>
              <a:rPr lang="es-CO" sz="5400" noProof="0" dirty="0">
                <a:solidFill>
                  <a:srgbClr val="FFFFFF"/>
                </a:solidFill>
              </a:rPr>
              <a:t>Detección de deslizamientos de Laderas con Machine Learning – Landslide4Sense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AE9083A-3337-1B3D-12ED-2FA92E7DA5BA}"/>
              </a:ext>
            </a:extLst>
          </p:cNvPr>
          <p:cNvSpPr txBox="1"/>
          <p:nvPr/>
        </p:nvSpPr>
        <p:spPr>
          <a:xfrm>
            <a:off x="3248423" y="5565339"/>
            <a:ext cx="6104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CO" sz="1200" b="0" i="0" u="none" strike="noStrike" baseline="0" noProof="0" dirty="0">
              <a:solidFill>
                <a:srgbClr val="000000"/>
              </a:solidFill>
            </a:endParaRPr>
          </a:p>
          <a:p>
            <a:pPr algn="ctr"/>
            <a:r>
              <a:rPr lang="es-CO" sz="1200" b="0" i="0" u="none" strike="noStrike" baseline="0" noProof="0" dirty="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38" name="Imagen 37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F545A2FE-5AA4-D842-F59B-1E915EDD0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5D059300-C298-0135-38DB-B7D56233BB21}"/>
              </a:ext>
            </a:extLst>
          </p:cNvPr>
          <p:cNvSpPr/>
          <p:nvPr/>
        </p:nvSpPr>
        <p:spPr>
          <a:xfrm>
            <a:off x="649805" y="4669074"/>
            <a:ext cx="10916167" cy="5566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chemeClr val="bg2">
                    <a:lumMod val="50000"/>
                  </a:schemeClr>
                </a:solidFill>
                <a:latin typeface="+mj-lt"/>
                <a:ea typeface="Calibri Light" pitchFamily="34" charset="-122"/>
                <a:cs typeface="Calibri Light" pitchFamily="34" charset="-120"/>
              </a:rPr>
              <a:t>Proyecto Final · Aprendizaje de Máquinas Aplicado a Inteligencia Artificial</a:t>
            </a:r>
            <a:endParaRPr lang="en-US" sz="2400" b="1" dirty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D515101D-98D9-E6EB-E946-F798146A3F76}"/>
              </a:ext>
            </a:extLst>
          </p:cNvPr>
          <p:cNvSpPr/>
          <p:nvPr/>
        </p:nvSpPr>
        <p:spPr>
          <a:xfrm>
            <a:off x="681346" y="5202075"/>
            <a:ext cx="10884626" cy="5744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latin typeface="+mj-lt"/>
                <a:ea typeface="Calibri" pitchFamily="34" charset="-122"/>
                <a:cs typeface="Calibri" pitchFamily="34" charset="-120"/>
              </a:rPr>
              <a:t>Ana Patricia Montes Pimienta · Universidad EAFIT · Maestría en Ingeniería</a:t>
            </a:r>
            <a:endParaRPr lang="en-US" sz="2000" b="1" dirty="0">
              <a:latin typeface="+mj-lt"/>
            </a:endParaRPr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F08D4115-91B5-100A-96D8-29E5C2EBF534}"/>
              </a:ext>
            </a:extLst>
          </p:cNvPr>
          <p:cNvSpPr/>
          <p:nvPr/>
        </p:nvSpPr>
        <p:spPr>
          <a:xfrm>
            <a:off x="681346" y="5765303"/>
            <a:ext cx="8765306" cy="4616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latin typeface="+mj-lt"/>
                <a:ea typeface="Calibri" pitchFamily="34" charset="-122"/>
                <a:cs typeface="Calibri" pitchFamily="34" charset="-120"/>
              </a:rPr>
              <a:t>Medellín, abril 2026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3D59D-4578-2B8C-3D41-CB83213DD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A2F32B3A-8C50-1245-C02D-3ED4F37B4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D645F41-BC16-A9C6-8037-2B6313A6E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618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Contexto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F430B60-074F-F049-EAB5-3C61D087D8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61"/>
          <a:stretch>
            <a:fillRect/>
          </a:stretch>
        </p:blipFill>
        <p:spPr>
          <a:xfrm>
            <a:off x="676644" y="2331984"/>
            <a:ext cx="5630351" cy="3780702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FB955F5F-8008-58FB-EC66-CB950095FF48}"/>
              </a:ext>
            </a:extLst>
          </p:cNvPr>
          <p:cNvSpPr txBox="1"/>
          <p:nvPr/>
        </p:nvSpPr>
        <p:spPr>
          <a:xfrm>
            <a:off x="838200" y="14089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CO" sz="1800" b="1" noProof="0" dirty="0">
                <a:solidFill>
                  <a:schemeClr val="accent1"/>
                </a:solidFill>
              </a:rPr>
              <a:t>Descripción del problema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0E32D7CF-C0B1-5F2A-8BA8-91C5ADE163CB}"/>
              </a:ext>
            </a:extLst>
          </p:cNvPr>
          <p:cNvSpPr/>
          <p:nvPr/>
        </p:nvSpPr>
        <p:spPr>
          <a:xfrm>
            <a:off x="9113578" y="1459503"/>
            <a:ext cx="1920240" cy="105156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711CF8F-AEE4-35D2-4CA0-BE6942DEC238}"/>
              </a:ext>
            </a:extLst>
          </p:cNvPr>
          <p:cNvSpPr/>
          <p:nvPr/>
        </p:nvSpPr>
        <p:spPr>
          <a:xfrm>
            <a:off x="9159298" y="1532655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s-CO" sz="3000" noProof="0" dirty="0">
              <a:solidFill>
                <a:srgbClr val="002060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5BEC0CF5-7E93-2DE3-A537-7BFDDDEF92D7}"/>
              </a:ext>
            </a:extLst>
          </p:cNvPr>
          <p:cNvSpPr/>
          <p:nvPr/>
        </p:nvSpPr>
        <p:spPr>
          <a:xfrm>
            <a:off x="9159298" y="2069408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colombianos en la</a:t>
            </a:r>
            <a:endParaRPr lang="es-CO" sz="950" noProof="0" dirty="0"/>
          </a:p>
          <a:p>
            <a:pPr marL="0" indent="0" algn="ctr">
              <a:buNone/>
            </a:pP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Andina </a:t>
            </a:r>
            <a:r>
              <a:rPr lang="es-CO" sz="950" b="1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[3] </a:t>
            </a:r>
            <a:endParaRPr lang="es-CO" sz="950" b="1" noProof="0" dirty="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C20780ED-F445-4B3C-2871-BD902EB783F8}"/>
              </a:ext>
            </a:extLst>
          </p:cNvPr>
          <p:cNvSpPr/>
          <p:nvPr/>
        </p:nvSpPr>
        <p:spPr>
          <a:xfrm>
            <a:off x="9113578" y="2693943"/>
            <a:ext cx="1920240" cy="105156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FFD2ECCB-B39A-96BE-23FB-CA92413117D6}"/>
              </a:ext>
            </a:extLst>
          </p:cNvPr>
          <p:cNvSpPr/>
          <p:nvPr/>
        </p:nvSpPr>
        <p:spPr>
          <a:xfrm>
            <a:off x="9159298" y="2767095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chemeClr val="bg2">
                    <a:lumMod val="9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+1800</a:t>
            </a:r>
            <a:endParaRPr lang="es-CO" sz="3000" noProof="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E72539F9-BE94-7357-EB22-CD2ADA5FA490}"/>
              </a:ext>
            </a:extLst>
          </p:cNvPr>
          <p:cNvSpPr/>
          <p:nvPr/>
        </p:nvSpPr>
        <p:spPr>
          <a:xfrm>
            <a:off x="9159298" y="3303848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950" noProof="0" dirty="0">
                <a:solidFill>
                  <a:schemeClr val="bg1"/>
                </a:solidFill>
              </a:rPr>
              <a:t>Eventos documentados,</a:t>
            </a:r>
          </a:p>
          <a:p>
            <a:pPr algn="ctr"/>
            <a:r>
              <a:rPr lang="es-CO" sz="950" noProof="0" dirty="0">
                <a:solidFill>
                  <a:schemeClr val="bg1"/>
                </a:solidFill>
              </a:rPr>
              <a:t>Inventario SGC </a:t>
            </a:r>
            <a:r>
              <a:rPr lang="es-CO" sz="95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9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endParaRPr lang="es-CO" sz="950" noProof="0" dirty="0">
              <a:solidFill>
                <a:schemeClr val="bg1"/>
              </a:solidFill>
            </a:endParaRPr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6B464DF6-5DAF-26BF-1090-5A0DADC885D8}"/>
              </a:ext>
            </a:extLst>
          </p:cNvPr>
          <p:cNvSpPr/>
          <p:nvPr/>
        </p:nvSpPr>
        <p:spPr>
          <a:xfrm>
            <a:off x="6934200" y="2693943"/>
            <a:ext cx="1920240" cy="1051560"/>
          </a:xfrm>
          <a:prstGeom prst="rect">
            <a:avLst/>
          </a:prstGeom>
          <a:solidFill>
            <a:srgbClr val="ACCBF9"/>
          </a:solidFill>
          <a:ln w="6350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7C9D2719-4B6A-FE8F-C1E1-202BB2D266CB}"/>
              </a:ext>
            </a:extLst>
          </p:cNvPr>
          <p:cNvSpPr/>
          <p:nvPr/>
        </p:nvSpPr>
        <p:spPr>
          <a:xfrm>
            <a:off x="6979920" y="2767095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-25%</a:t>
            </a:r>
            <a:endParaRPr lang="es-CO" sz="3000" noProof="0" dirty="0">
              <a:solidFill>
                <a:srgbClr val="002060"/>
              </a:solidFill>
            </a:endParaRPr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717001C-B800-8E04-DDE0-EEBCEBC4FF4E}"/>
              </a:ext>
            </a:extLst>
          </p:cNvPr>
          <p:cNvSpPr/>
          <p:nvPr/>
        </p:nvSpPr>
        <p:spPr>
          <a:xfrm>
            <a:off x="6979920" y="3303848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rendimiento de modelos sin adaptación local  </a:t>
            </a:r>
            <a:r>
              <a:rPr lang="es-CO" sz="950" b="1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CO" sz="950" noProof="0" dirty="0"/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9C1904EA-2866-BF31-4547-5A55F819F91C}"/>
              </a:ext>
            </a:extLst>
          </p:cNvPr>
          <p:cNvSpPr/>
          <p:nvPr/>
        </p:nvSpPr>
        <p:spPr>
          <a:xfrm>
            <a:off x="6934200" y="1459503"/>
            <a:ext cx="1920240" cy="1051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CO" noProof="0" dirty="0"/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B01C50C8-E2FA-EE77-C777-1DA67C2348AF}"/>
              </a:ext>
            </a:extLst>
          </p:cNvPr>
          <p:cNvSpPr/>
          <p:nvPr/>
        </p:nvSpPr>
        <p:spPr>
          <a:xfrm>
            <a:off x="6979920" y="1532655"/>
            <a:ext cx="1828800" cy="5468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CO" sz="3000" b="1" noProof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&gt;90%</a:t>
            </a:r>
            <a:endParaRPr lang="es-CO" sz="3000" noProof="0" dirty="0">
              <a:solidFill>
                <a:srgbClr val="002060"/>
              </a:solidFill>
            </a:endParaRPr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2D5874EA-7413-F571-E707-4DFC2E045EEB}"/>
              </a:ext>
            </a:extLst>
          </p:cNvPr>
          <p:cNvSpPr/>
          <p:nvPr/>
        </p:nvSpPr>
        <p:spPr>
          <a:xfrm>
            <a:off x="6979920" y="2069408"/>
            <a:ext cx="1828800" cy="44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s-CO" sz="950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eventos asociados a lluvias intensas y fenómeno de la Niña </a:t>
            </a:r>
            <a:r>
              <a:rPr lang="es-CO" sz="950" b="1" noProof="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endParaRPr lang="es-CO" sz="950" b="1" noProof="0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95337E5-4DB6-40C1-1AD7-FFFF46F93889}"/>
              </a:ext>
            </a:extLst>
          </p:cNvPr>
          <p:cNvSpPr txBox="1"/>
          <p:nvPr/>
        </p:nvSpPr>
        <p:spPr>
          <a:xfrm>
            <a:off x="7671687" y="1080783"/>
            <a:ext cx="2593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Contexto Colombiano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414DC7E-8141-C47A-73E0-AB9FAA0A6630}"/>
              </a:ext>
            </a:extLst>
          </p:cNvPr>
          <p:cNvSpPr txBox="1"/>
          <p:nvPr/>
        </p:nvSpPr>
        <p:spPr>
          <a:xfrm>
            <a:off x="6697455" y="4052048"/>
            <a:ext cx="510906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800" noProof="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CO" b="1" noProof="0" dirty="0">
                <a:solidFill>
                  <a:schemeClr val="accent1"/>
                </a:solidFill>
              </a:rPr>
              <a:t>Pregunta de investigación</a:t>
            </a:r>
          </a:p>
          <a:p>
            <a:pPr algn="just"/>
            <a:r>
              <a:rPr lang="es-ES" dirty="0"/>
              <a:t>¿Qué enfoque de aprendizaje automático ofrece el mejor desempeño para la detección automática de deslizamientos de tierra en imágenes multisensoriales de satélite bajo condiciones de </a:t>
            </a:r>
            <a:r>
              <a:rPr lang="es-ES"/>
              <a:t>datos limitados?</a:t>
            </a:r>
            <a:endParaRPr lang="es-CO" sz="1800" noProof="0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2657BBB-44FC-9BA0-997A-52ED6E3F7DA2}"/>
              </a:ext>
            </a:extLst>
          </p:cNvPr>
          <p:cNvSpPr txBox="1"/>
          <p:nvPr/>
        </p:nvSpPr>
        <p:spPr>
          <a:xfrm>
            <a:off x="1242413" y="1914271"/>
            <a:ext cx="48535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noProof="0" dirty="0">
                <a:solidFill>
                  <a:schemeClr val="tx2"/>
                </a:solidFill>
              </a:rPr>
              <a:t>Fatalidades globales por tipo de desastre </a:t>
            </a:r>
            <a:r>
              <a:rPr lang="es-CO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CO" sz="14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r>
              <a:rPr lang="es-CO" sz="1400" b="1" noProof="0" dirty="0">
                <a:solidFill>
                  <a:schemeClr val="tx2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889425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99946-A9E1-8D8F-D4BE-11EC0C3D0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DA9AC626-B75D-912A-7625-5E11CC4BA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855D236-29CC-DFC7-D14B-495E376A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 err="1">
                <a:solidFill>
                  <a:schemeClr val="tx2"/>
                </a:solidFill>
              </a:rPr>
              <a:t>Dataset</a:t>
            </a:r>
            <a:endParaRPr lang="es-CO" b="1" noProof="0" dirty="0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8CE532E-96F3-BE1A-E71A-B5C18A176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44847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Landslide4Sense</a:t>
            </a:r>
          </a:p>
          <a:p>
            <a:pPr marL="0" indent="0" algn="just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pic>
        <p:nvPicPr>
          <p:cNvPr id="2" name="Image 1" descr="/sessions/fervent-festive-brahmagupta/mnt/Landslide_ML/docs/figures/fig1_samples_pos_neg.png">
            <a:extLst>
              <a:ext uri="{FF2B5EF4-FFF2-40B4-BE49-F238E27FC236}">
                <a16:creationId xmlns:a16="http://schemas.microsoft.com/office/drawing/2014/main" id="{00EBF054-022F-DAC2-5079-A3D677EE7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438" y="922176"/>
            <a:ext cx="4857515" cy="3400261"/>
          </a:xfrm>
          <a:prstGeom prst="rect">
            <a:avLst/>
          </a:prstGeom>
        </p:spPr>
      </p:pic>
      <p:pic>
        <p:nvPicPr>
          <p:cNvPr id="4" name="Image 1" descr="/sessions/fervent-festive-brahmagupta/mnt/Landslide_ML/docs/figures/nb00_patch_preview.png">
            <a:extLst>
              <a:ext uri="{FF2B5EF4-FFF2-40B4-BE49-F238E27FC236}">
                <a16:creationId xmlns:a16="http://schemas.microsoft.com/office/drawing/2014/main" id="{7C9B01E5-0B67-8318-2C45-8835CC839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9188" y="4793563"/>
            <a:ext cx="4958014" cy="105662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83FA9B-9EF9-FBA2-EA23-55CBCDE32940}"/>
              </a:ext>
            </a:extLst>
          </p:cNvPr>
          <p:cNvSpPr txBox="1">
            <a:spLocks/>
          </p:cNvSpPr>
          <p:nvPr/>
        </p:nvSpPr>
        <p:spPr>
          <a:xfrm>
            <a:off x="1121354" y="2212909"/>
            <a:ext cx="8087960" cy="39005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CO" sz="1600" b="1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805729-96EC-DFDC-55CD-F8EA4E7864C0}"/>
              </a:ext>
            </a:extLst>
          </p:cNvPr>
          <p:cNvSpPr txBox="1">
            <a:spLocks/>
          </p:cNvSpPr>
          <p:nvPr/>
        </p:nvSpPr>
        <p:spPr>
          <a:xfrm>
            <a:off x="836365" y="1809317"/>
            <a:ext cx="5060748" cy="19087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CO" sz="1800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Landslide</a:t>
            </a:r>
            <a:r>
              <a:rPr lang="es-CO" sz="1800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CO" sz="1800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mapping</a:t>
            </a:r>
            <a:r>
              <a:rPr lang="es-CO" sz="1800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CO" sz="1800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from</a:t>
            </a:r>
            <a:r>
              <a:rPr lang="es-CO" sz="1800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Sentinel2 </a:t>
            </a:r>
            <a:r>
              <a:rPr lang="es-CO" sz="1800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dataset</a:t>
            </a:r>
            <a:r>
              <a:rPr lang="es-CO" sz="1800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[5] </a:t>
            </a:r>
          </a:p>
          <a:p>
            <a:pPr marL="0" indent="0">
              <a:buNone/>
            </a:pPr>
            <a:r>
              <a:rPr lang="es-CO" sz="180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Test Data: 800</a:t>
            </a:r>
          </a:p>
          <a:p>
            <a:pPr marL="0" indent="0">
              <a:buNone/>
            </a:pPr>
            <a:r>
              <a:rPr lang="es-CO" sz="180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Train Data: 3.799</a:t>
            </a:r>
          </a:p>
          <a:p>
            <a:pPr marL="0" indent="0">
              <a:buNone/>
            </a:pPr>
            <a:r>
              <a:rPr lang="es-CO" sz="1800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Valid</a:t>
            </a:r>
            <a:r>
              <a:rPr lang="es-CO" sz="180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Data: 245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CO" sz="180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Dimensión de datos: 128 x 128 x 14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  <a:p>
            <a:pPr marL="0" indent="0">
              <a:buFont typeface="Arial" panose="020B0604020202020204" pitchFamily="34" charset="0"/>
              <a:buNone/>
            </a:pPr>
            <a:endParaRPr lang="es-CO" sz="1600" noProof="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76948349-269B-45FB-16DF-EEB8F7D90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522456"/>
              </p:ext>
            </p:extLst>
          </p:nvPr>
        </p:nvGraphicFramePr>
        <p:xfrm>
          <a:off x="836364" y="3902514"/>
          <a:ext cx="5060749" cy="2026444"/>
        </p:xfrm>
        <a:graphic>
          <a:graphicData uri="http://schemas.openxmlformats.org/drawingml/2006/table">
            <a:tbl>
              <a:tblPr/>
              <a:tblGrid>
                <a:gridCol w="771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1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4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Canales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b="1" noProof="0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Información  [6,7] 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5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0–6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Sentinel-2 óptico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B2-B4, B8, B8A, B11, B12 (SWIR, NIR)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5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7–8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Sentinel-1 SAR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VV, VH (</a:t>
                      </a:r>
                      <a:r>
                        <a:rPr lang="es-CO" sz="1200" noProof="0" dirty="0" err="1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backscatter</a:t>
                      </a: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radar)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5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9–10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ALOS PALSAR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Elevación DEM + Pendiente derivada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5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11–13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Sentinel-2 Red-Edge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200" noProof="0" dirty="0">
                          <a:solidFill>
                            <a:srgbClr val="000000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B5, B6, B7 (estrés vegetal)</a:t>
                      </a:r>
                      <a:endParaRPr lang="es-CO" sz="1200" noProof="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64491984-ACF0-8CA3-CB46-5E0B71FE7C50}"/>
              </a:ext>
            </a:extLst>
          </p:cNvPr>
          <p:cNvSpPr txBox="1"/>
          <p:nvPr/>
        </p:nvSpPr>
        <p:spPr>
          <a:xfrm>
            <a:off x="8007263" y="585278"/>
            <a:ext cx="2593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Muestras del set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6B46348-32CB-A9B0-C36F-AB779EDD6A16}"/>
              </a:ext>
            </a:extLst>
          </p:cNvPr>
          <p:cNvSpPr txBox="1"/>
          <p:nvPr/>
        </p:nvSpPr>
        <p:spPr>
          <a:xfrm>
            <a:off x="6365050" y="4485786"/>
            <a:ext cx="58781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Visualización de parches de entrenamiento (RGB + SAR + DEM)</a:t>
            </a:r>
          </a:p>
        </p:txBody>
      </p:sp>
    </p:spTree>
    <p:extLst>
      <p:ext uri="{BB962C8B-B14F-4D97-AF65-F5344CB8AC3E}">
        <p14:creationId xmlns:p14="http://schemas.microsoft.com/office/powerpoint/2010/main" val="1312246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E1372-C53D-668E-ADA0-501E8B981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A3707A35-2DC0-3742-CAAD-EDE85175F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140691C-1A47-3165-7EF8-385921745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Análisis Exploratorio de Datos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F221DCA-449A-480F-2A18-214A50C68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44449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 err="1">
                <a:solidFill>
                  <a:schemeClr val="accent1"/>
                </a:solidFill>
              </a:rPr>
              <a:t>Dashboard</a:t>
            </a:r>
            <a:r>
              <a:rPr lang="es-CO" sz="2400" b="1" noProof="0" dirty="0">
                <a:solidFill>
                  <a:schemeClr val="accent1"/>
                </a:solidFill>
              </a:rPr>
              <a:t> multimodal</a:t>
            </a:r>
          </a:p>
          <a:p>
            <a:pPr marL="0" indent="0" algn="just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1F50DB1-EED6-86FA-16E4-7C1173E08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6886" y="1686162"/>
            <a:ext cx="5905661" cy="4481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15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40D7-995E-962C-8050-E4CECBB71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4">
            <a:extLst>
              <a:ext uri="{FF2B5EF4-FFF2-40B4-BE49-F238E27FC236}">
                <a16:creationId xmlns:a16="http://schemas.microsoft.com/office/drawing/2014/main" id="{545DEF9E-CCEF-9AE4-9C0E-FC95B9FA4C09}"/>
              </a:ext>
            </a:extLst>
          </p:cNvPr>
          <p:cNvSpPr/>
          <p:nvPr/>
        </p:nvSpPr>
        <p:spPr>
          <a:xfrm>
            <a:off x="9206581" y="1742549"/>
            <a:ext cx="2834640" cy="3649257"/>
          </a:xfrm>
          <a:prstGeom prst="rect">
            <a:avLst/>
          </a:prstGeom>
          <a:solidFill>
            <a:srgbClr val="ACCBF9"/>
          </a:solidFill>
          <a:ln w="6350">
            <a:solidFill>
              <a:srgbClr val="DDDDDD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CO" noProof="0" dirty="0"/>
          </a:p>
        </p:txBody>
      </p:sp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1537CDAD-C2E9-A3A2-AACC-658F615BB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09D65AF-7BB8-59F6-0BA6-99CB73DDD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Análisis Exploratorio de Datos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5E61A40-F7EE-3AE1-B811-CAF2A9EA0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35717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Hallazgos</a:t>
            </a:r>
          </a:p>
          <a:p>
            <a:pPr marL="0" indent="0" algn="just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292581-510E-F131-E569-F246F5D2A4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902"/>
          <a:stretch>
            <a:fillRect/>
          </a:stretch>
        </p:blipFill>
        <p:spPr>
          <a:xfrm>
            <a:off x="4504912" y="1958700"/>
            <a:ext cx="4106381" cy="2180872"/>
          </a:xfrm>
          <a:prstGeom prst="rect">
            <a:avLst/>
          </a:prstGeom>
        </p:spPr>
      </p:pic>
      <p:pic>
        <p:nvPicPr>
          <p:cNvPr id="1030" name="Picture 6" descr="Vista previa: balance de clases (58.7% positivos), distribución de área afectada y canales más discriminativos">
            <a:extLst>
              <a:ext uri="{FF2B5EF4-FFF2-40B4-BE49-F238E27FC236}">
                <a16:creationId xmlns:a16="http://schemas.microsoft.com/office/drawing/2014/main" id="{ABC774E2-3F2C-345E-C7D7-6AAD87A602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85" t="15545" r="32170"/>
          <a:stretch>
            <a:fillRect/>
          </a:stretch>
        </p:blipFill>
        <p:spPr bwMode="auto">
          <a:xfrm>
            <a:off x="656999" y="4314381"/>
            <a:ext cx="3386468" cy="239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Vista previa: balance de clases (58.7% positivos), distribución de área afectada y canales más discriminativos">
            <a:extLst>
              <a:ext uri="{FF2B5EF4-FFF2-40B4-BE49-F238E27FC236}">
                <a16:creationId xmlns:a16="http://schemas.microsoft.com/office/drawing/2014/main" id="{48E2CD6E-D9B7-193A-3513-8FFEF1C8C4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52" r="65910" b="11922"/>
          <a:stretch>
            <a:fillRect/>
          </a:stretch>
        </p:blipFill>
        <p:spPr bwMode="auto">
          <a:xfrm>
            <a:off x="571110" y="2042045"/>
            <a:ext cx="3558247" cy="196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3FB638A-C4A0-7F94-5C31-FE8A57FF21DF}"/>
              </a:ext>
            </a:extLst>
          </p:cNvPr>
          <p:cNvSpPr txBox="1"/>
          <p:nvPr/>
        </p:nvSpPr>
        <p:spPr>
          <a:xfrm>
            <a:off x="968578" y="1732506"/>
            <a:ext cx="2593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Balance de clases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CF5856B-53E6-C864-F0E3-9FDFC33E7E27}"/>
              </a:ext>
            </a:extLst>
          </p:cNvPr>
          <p:cNvSpPr txBox="1"/>
          <p:nvPr/>
        </p:nvSpPr>
        <p:spPr>
          <a:xfrm>
            <a:off x="968578" y="3956975"/>
            <a:ext cx="25937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Severidad de deslizamiento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BE785E2-4695-5767-8A30-039A6D48D3B2}"/>
              </a:ext>
            </a:extLst>
          </p:cNvPr>
          <p:cNvSpPr txBox="1"/>
          <p:nvPr/>
        </p:nvSpPr>
        <p:spPr>
          <a:xfrm>
            <a:off x="5064419" y="4269819"/>
            <a:ext cx="32175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Poder discriminativo de canales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2B1BE18-8716-E0E6-4732-A6D116007DD3}"/>
              </a:ext>
            </a:extLst>
          </p:cNvPr>
          <p:cNvSpPr txBox="1"/>
          <p:nvPr/>
        </p:nvSpPr>
        <p:spPr>
          <a:xfrm>
            <a:off x="4249581" y="1503719"/>
            <a:ext cx="4734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Distribución de área de deslizamiento por parche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397B185E-318E-7E7B-E463-FC018582EC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9857" y="4691836"/>
            <a:ext cx="5066724" cy="1956164"/>
          </a:xfrm>
          <a:prstGeom prst="rect">
            <a:avLst/>
          </a:prstGeom>
        </p:spPr>
      </p:pic>
      <p:sp>
        <p:nvSpPr>
          <p:cNvPr id="18" name="Text 9">
            <a:extLst>
              <a:ext uri="{FF2B5EF4-FFF2-40B4-BE49-F238E27FC236}">
                <a16:creationId xmlns:a16="http://schemas.microsoft.com/office/drawing/2014/main" id="{D8890612-0DE7-97B6-3CB4-8770CB4D223F}"/>
              </a:ext>
            </a:extLst>
          </p:cNvPr>
          <p:cNvSpPr/>
          <p:nvPr/>
        </p:nvSpPr>
        <p:spPr>
          <a:xfrm>
            <a:off x="9356869" y="1958700"/>
            <a:ext cx="2534063" cy="313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CO" sz="1400" b="1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Balance de clases</a:t>
            </a:r>
          </a:p>
          <a:p>
            <a:pPr marL="0" indent="0" algn="just">
              <a:buNone/>
            </a:pPr>
            <a:r>
              <a:rPr lang="es-CO" sz="1400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Positivos (deslizamiento) vs negativos — casi equiparado.</a:t>
            </a:r>
          </a:p>
          <a:p>
            <a:pPr marL="0" indent="0" algn="just">
              <a:buNone/>
            </a:pPr>
            <a:endParaRPr lang="es-CO" sz="1400" noProof="0" dirty="0"/>
          </a:p>
          <a:p>
            <a:pPr marL="0" indent="0" algn="just">
              <a:buNone/>
            </a:pPr>
            <a:r>
              <a:rPr lang="es-CO" sz="1400" b="1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Objetos pequeños</a:t>
            </a:r>
          </a:p>
          <a:p>
            <a:pPr algn="just"/>
            <a:r>
              <a:rPr lang="es-CO" sz="1400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Área mediana del deslizamiento en el parche (~334 </a:t>
            </a:r>
            <a:r>
              <a:rPr lang="es-CO" sz="1400" noProof="0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px</a:t>
            </a:r>
            <a:r>
              <a:rPr lang="es-CO" sz="1400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de 16,384 totales). P75 = 5.16%, P90 = 9.89%.</a:t>
            </a:r>
          </a:p>
          <a:p>
            <a:pPr algn="just"/>
            <a:endParaRPr lang="es-CO" sz="1400" noProof="0" dirty="0"/>
          </a:p>
          <a:p>
            <a:pPr algn="just"/>
            <a:r>
              <a:rPr lang="es-CO" sz="1400" b="1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Canales más discriminativos </a:t>
            </a:r>
          </a:p>
          <a:p>
            <a:pPr algn="just"/>
            <a:r>
              <a:rPr lang="es-CO" sz="1400" noProof="0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RedEdge</a:t>
            </a:r>
            <a:r>
              <a:rPr lang="es-CO" sz="1400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+ DEM + SAR</a:t>
            </a:r>
          </a:p>
          <a:p>
            <a:pPr algn="just"/>
            <a:r>
              <a:rPr lang="es-CO" sz="1400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Ch13 RedEdge3 (+0.807), Ch12 RedEdge2 (+0.563), Ch9 DEM (+0.195), Ch8 SAR-VH (+0.188).</a:t>
            </a:r>
            <a:endParaRPr lang="es-CO" sz="1400" noProof="0" dirty="0"/>
          </a:p>
        </p:txBody>
      </p:sp>
    </p:spTree>
    <p:extLst>
      <p:ext uri="{BB962C8B-B14F-4D97-AF65-F5344CB8AC3E}">
        <p14:creationId xmlns:p14="http://schemas.microsoft.com/office/powerpoint/2010/main" val="20710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6D68-E518-F27E-A7CF-BD7D5CF24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8">
            <a:extLst>
              <a:ext uri="{FF2B5EF4-FFF2-40B4-BE49-F238E27FC236}">
                <a16:creationId xmlns:a16="http://schemas.microsoft.com/office/drawing/2014/main" id="{8AD02AED-CFB1-329D-D723-C361092DDDDD}"/>
              </a:ext>
            </a:extLst>
          </p:cNvPr>
          <p:cNvSpPr/>
          <p:nvPr/>
        </p:nvSpPr>
        <p:spPr>
          <a:xfrm>
            <a:off x="1853184" y="1870064"/>
            <a:ext cx="2682240" cy="40415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1742B528-8C96-6B20-A981-62B6EA9D633C}"/>
              </a:ext>
            </a:extLst>
          </p:cNvPr>
          <p:cNvSpPr/>
          <p:nvPr/>
        </p:nvSpPr>
        <p:spPr>
          <a:xfrm>
            <a:off x="1853184" y="1870065"/>
            <a:ext cx="2682240" cy="645157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6FCE7B9B-BA39-DD53-757F-7EFD3CD1DA76}"/>
              </a:ext>
            </a:extLst>
          </p:cNvPr>
          <p:cNvSpPr/>
          <p:nvPr/>
        </p:nvSpPr>
        <p:spPr>
          <a:xfrm>
            <a:off x="1950720" y="1918833"/>
            <a:ext cx="2487168" cy="5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6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Clásicos</a:t>
            </a:r>
            <a:endParaRPr lang="es-CO" sz="1600" noProof="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5BC9BD5D-EC6E-ABFB-7429-2C15BDC4BBD0}"/>
              </a:ext>
            </a:extLst>
          </p:cNvPr>
          <p:cNvSpPr/>
          <p:nvPr/>
        </p:nvSpPr>
        <p:spPr>
          <a:xfrm>
            <a:off x="1975104" y="2625969"/>
            <a:ext cx="2438400" cy="3109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sz="1333" b="1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Regresión logística</a:t>
            </a:r>
          </a:p>
          <a:p>
            <a:r>
              <a:rPr lang="es-CO" sz="1333" noProof="0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Baseline</a:t>
            </a:r>
            <a:r>
              <a:rPr lang="es-CO" sz="1333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lineal de referencia</a:t>
            </a:r>
          </a:p>
          <a:p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F1=0.789</a:t>
            </a:r>
          </a:p>
          <a:p>
            <a:endParaRPr lang="es-CO" sz="1333" noProof="0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endParaRPr lang="es-CO" sz="1333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b="1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SVM (</a:t>
            </a:r>
            <a:r>
              <a:rPr lang="es-CO" sz="1333" b="1" noProof="0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Kernel</a:t>
            </a:r>
            <a:r>
              <a:rPr lang="es-CO" sz="1333" b="1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EBF)</a:t>
            </a:r>
          </a:p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no lineal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feature space</a:t>
            </a:r>
            <a:endParaRPr lang="en-US" sz="1400" dirty="0"/>
          </a:p>
          <a:p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F1=0.797</a:t>
            </a:r>
          </a:p>
          <a:p>
            <a:endParaRPr lang="es-CO" sz="1333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endParaRPr lang="es-CO" sz="1333" noProof="0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b="1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Random</a:t>
            </a:r>
            <a:r>
              <a:rPr lang="es-CO" sz="1333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 Forest</a:t>
            </a:r>
          </a:p>
          <a:p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·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features</a:t>
            </a:r>
            <a:endParaRPr lang="en-US" sz="1400" dirty="0"/>
          </a:p>
          <a:p>
            <a:r>
              <a:rPr lang="es-CO" sz="1333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F1=0.837</a:t>
            </a:r>
          </a:p>
          <a:p>
            <a:endParaRPr lang="es-CO" sz="1333" b="1" noProof="0" dirty="0"/>
          </a:p>
        </p:txBody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459F8AD1-7CDB-2A8E-A2AD-DE2EEFDDC5F7}"/>
              </a:ext>
            </a:extLst>
          </p:cNvPr>
          <p:cNvSpPr/>
          <p:nvPr/>
        </p:nvSpPr>
        <p:spPr>
          <a:xfrm>
            <a:off x="4754880" y="1870064"/>
            <a:ext cx="2682240" cy="404159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B60F152D-11B2-A4E5-94EC-CABE411A24FE}"/>
              </a:ext>
            </a:extLst>
          </p:cNvPr>
          <p:cNvSpPr/>
          <p:nvPr/>
        </p:nvSpPr>
        <p:spPr>
          <a:xfrm>
            <a:off x="4754880" y="1870065"/>
            <a:ext cx="2682240" cy="67056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4536B85B-E0D6-324E-B2F1-E295A9894AE0}"/>
              </a:ext>
            </a:extLst>
          </p:cNvPr>
          <p:cNvSpPr/>
          <p:nvPr/>
        </p:nvSpPr>
        <p:spPr>
          <a:xfrm>
            <a:off x="4852416" y="1918833"/>
            <a:ext cx="2487168" cy="5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6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CNN Fine-</a:t>
            </a:r>
            <a:r>
              <a:rPr lang="es-CO" sz="1600" b="1" noProof="0" dirty="0" err="1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Tuning</a:t>
            </a:r>
            <a:endParaRPr lang="es-CO" sz="1600" noProof="0" dirty="0"/>
          </a:p>
        </p:txBody>
      </p:sp>
      <p:sp>
        <p:nvSpPr>
          <p:cNvPr id="61" name="Text 15">
            <a:extLst>
              <a:ext uri="{FF2B5EF4-FFF2-40B4-BE49-F238E27FC236}">
                <a16:creationId xmlns:a16="http://schemas.microsoft.com/office/drawing/2014/main" id="{38332D54-9ADF-4AE8-A8EE-FDF7F0699538}"/>
              </a:ext>
            </a:extLst>
          </p:cNvPr>
          <p:cNvSpPr/>
          <p:nvPr/>
        </p:nvSpPr>
        <p:spPr>
          <a:xfrm>
            <a:off x="4876800" y="2625970"/>
            <a:ext cx="2438400" cy="2690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sz="1333" b="1" noProof="0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ResNet</a:t>
            </a:r>
            <a:r>
              <a:rPr lang="es-CO" sz="1333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-50</a:t>
            </a:r>
          </a:p>
          <a:p>
            <a:r>
              <a:rPr lang="es-CO" sz="1333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Fine-</a:t>
            </a:r>
            <a:r>
              <a:rPr lang="es-CO" sz="1333" noProof="0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tuning</a:t>
            </a:r>
            <a:r>
              <a:rPr lang="es-CO" sz="1333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. 14 ch. </a:t>
            </a:r>
          </a:p>
          <a:p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Conexiones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residuales</a:t>
            </a: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25M params</a:t>
            </a:r>
            <a:endParaRPr lang="en-US" sz="1400" dirty="0"/>
          </a:p>
          <a:p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F1=0.784</a:t>
            </a:r>
            <a:endParaRPr lang="es-CO" sz="1333" noProof="0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endParaRPr lang="es-CO" sz="1333" noProof="0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b="1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EfficentNet-B4</a:t>
            </a:r>
          </a:p>
          <a:p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Escalonado compuesto. 19M </a:t>
            </a:r>
            <a:r>
              <a:rPr lang="es-CO" sz="1333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params</a:t>
            </a:r>
            <a:endParaRPr lang="es-CO" sz="1333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F1=0.755</a:t>
            </a:r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4A6A7727-0554-C6E3-F1A5-8AFBEBC2A392}"/>
              </a:ext>
            </a:extLst>
          </p:cNvPr>
          <p:cNvSpPr/>
          <p:nvPr/>
        </p:nvSpPr>
        <p:spPr>
          <a:xfrm>
            <a:off x="7656576" y="1870065"/>
            <a:ext cx="2682240" cy="404159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DB5A77BA-D63C-B93D-B491-CCB6B218910B}"/>
              </a:ext>
            </a:extLst>
          </p:cNvPr>
          <p:cNvSpPr/>
          <p:nvPr/>
        </p:nvSpPr>
        <p:spPr>
          <a:xfrm>
            <a:off x="7656576" y="1870065"/>
            <a:ext cx="2682240" cy="67056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0D9DD3F9-8512-CB3C-CEF9-144B037D6406}"/>
              </a:ext>
            </a:extLst>
          </p:cNvPr>
          <p:cNvSpPr/>
          <p:nvPr/>
        </p:nvSpPr>
        <p:spPr>
          <a:xfrm>
            <a:off x="7754112" y="1918833"/>
            <a:ext cx="2487168" cy="5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6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Segmentación</a:t>
            </a:r>
            <a:endParaRPr lang="es-CO" sz="1600" noProof="0" dirty="0"/>
          </a:p>
        </p:txBody>
      </p:sp>
      <p:sp>
        <p:nvSpPr>
          <p:cNvPr id="65" name="Text 19">
            <a:extLst>
              <a:ext uri="{FF2B5EF4-FFF2-40B4-BE49-F238E27FC236}">
                <a16:creationId xmlns:a16="http://schemas.microsoft.com/office/drawing/2014/main" id="{7DB1D9E9-9C05-F212-0644-0FF6A1557432}"/>
              </a:ext>
            </a:extLst>
          </p:cNvPr>
          <p:cNvSpPr/>
          <p:nvPr/>
        </p:nvSpPr>
        <p:spPr>
          <a:xfrm>
            <a:off x="7778496" y="2625969"/>
            <a:ext cx="2438400" cy="2690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sz="1333" b="1" noProof="0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U-Net + ResNet-34</a:t>
            </a:r>
          </a:p>
          <a:p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Segmentación pixel-</a:t>
            </a:r>
            <a:r>
              <a:rPr lang="es-CO" sz="1333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level</a:t>
            </a:r>
            <a:endParaRPr lang="es-CO" sz="1333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DiceBCELoss</a:t>
            </a:r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. </a:t>
            </a:r>
            <a:r>
              <a:rPr lang="es-CO" sz="1333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IoU</a:t>
            </a:r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=0.31</a:t>
            </a:r>
          </a:p>
          <a:p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Mapa de probabilidad 128x128 </a:t>
            </a:r>
            <a:r>
              <a:rPr lang="es-CO" sz="1333" dirty="0" err="1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px</a:t>
            </a:r>
            <a:endParaRPr lang="es-CO" sz="1333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dirty="0">
                <a:solidFill>
                  <a:srgbClr val="37474F"/>
                </a:solidFill>
                <a:ea typeface="Calibri" pitchFamily="34" charset="-122"/>
                <a:cs typeface="Calibri" pitchFamily="34" charset="-120"/>
              </a:rPr>
              <a:t>F1=0.444</a:t>
            </a:r>
          </a:p>
          <a:p>
            <a:endParaRPr lang="es-CO" sz="1333" b="1" noProof="0" dirty="0">
              <a:solidFill>
                <a:srgbClr val="37474F"/>
              </a:solidFill>
              <a:ea typeface="Calibri" pitchFamily="34" charset="-122"/>
              <a:cs typeface="Calibri" pitchFamily="34" charset="-120"/>
            </a:endParaRPr>
          </a:p>
          <a:p>
            <a:endParaRPr lang="es-CO" sz="1333" noProof="0" dirty="0"/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A62E38AC-CC9C-316E-D63D-7D2981E22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Modelos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539A0328-20F3-20DC-5FDC-927DD9531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52727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Arquitectura de Evaluación</a:t>
            </a:r>
            <a:endParaRPr lang="es-CO" noProof="0" dirty="0"/>
          </a:p>
        </p:txBody>
      </p:sp>
      <p:pic>
        <p:nvPicPr>
          <p:cNvPr id="75" name="Imagen 74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D4B857ED-0CDB-4C21-E0DA-8C748006C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76" name="Text 38">
            <a:extLst>
              <a:ext uri="{FF2B5EF4-FFF2-40B4-BE49-F238E27FC236}">
                <a16:creationId xmlns:a16="http://schemas.microsoft.com/office/drawing/2014/main" id="{E6AE0376-02A2-643A-BA6F-8ADBE76A946A}"/>
              </a:ext>
            </a:extLst>
          </p:cNvPr>
          <p:cNvSpPr/>
          <p:nvPr/>
        </p:nvSpPr>
        <p:spPr>
          <a:xfrm>
            <a:off x="1853184" y="608768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O" sz="900" noProof="0" dirty="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modelos se evalúan con 2 iteraciones de validación cruzada estratificada 2-Fold </a:t>
            </a:r>
            <a:r>
              <a:rPr lang="es-CO" sz="900" noProof="0" dirty="0" err="1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r>
              <a:rPr lang="es-CO" sz="900" noProof="0" dirty="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CV · semilla aleatoria fija de 42 · Google Colab T4 GPU</a:t>
            </a:r>
            <a:endParaRPr lang="es-CO" sz="900" noProof="0" dirty="0"/>
          </a:p>
        </p:txBody>
      </p:sp>
    </p:spTree>
    <p:extLst>
      <p:ext uri="{BB962C8B-B14F-4D97-AF65-F5344CB8AC3E}">
        <p14:creationId xmlns:p14="http://schemas.microsoft.com/office/powerpoint/2010/main" val="3893103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E663-D356-524D-A0C0-BE6E3F08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8">
            <a:extLst>
              <a:ext uri="{FF2B5EF4-FFF2-40B4-BE49-F238E27FC236}">
                <a16:creationId xmlns:a16="http://schemas.microsoft.com/office/drawing/2014/main" id="{C723D82E-C479-B396-0B6A-06E4CE1FE99A}"/>
              </a:ext>
            </a:extLst>
          </p:cNvPr>
          <p:cNvSpPr/>
          <p:nvPr/>
        </p:nvSpPr>
        <p:spPr>
          <a:xfrm>
            <a:off x="1153252" y="1694042"/>
            <a:ext cx="3090671" cy="41015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3896FEB9-9B55-104B-73C0-3B36B5163420}"/>
              </a:ext>
            </a:extLst>
          </p:cNvPr>
          <p:cNvSpPr/>
          <p:nvPr/>
        </p:nvSpPr>
        <p:spPr>
          <a:xfrm>
            <a:off x="1153252" y="1694043"/>
            <a:ext cx="3090671" cy="645157"/>
          </a:xfrm>
          <a:prstGeom prst="rect">
            <a:avLst/>
          </a:prstGeom>
          <a:solidFill>
            <a:schemeClr val="accent2"/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AB6867BD-18AE-F456-C733-0C0402A6F60B}"/>
              </a:ext>
            </a:extLst>
          </p:cNvPr>
          <p:cNvSpPr/>
          <p:nvPr/>
        </p:nvSpPr>
        <p:spPr>
          <a:xfrm>
            <a:off x="1270738" y="1765641"/>
            <a:ext cx="2830945" cy="5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600" b="1" noProof="0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Clásicos </a:t>
            </a:r>
            <a:endParaRPr lang="es-CO" sz="1600" noProof="0" dirty="0"/>
          </a:p>
        </p:txBody>
      </p:sp>
      <p:sp>
        <p:nvSpPr>
          <p:cNvPr id="57" name="Text 11">
            <a:extLst>
              <a:ext uri="{FF2B5EF4-FFF2-40B4-BE49-F238E27FC236}">
                <a16:creationId xmlns:a16="http://schemas.microsoft.com/office/drawing/2014/main" id="{9843132B-F79D-CB4A-5494-6B80E6280CF0}"/>
              </a:ext>
            </a:extLst>
          </p:cNvPr>
          <p:cNvSpPr/>
          <p:nvPr/>
        </p:nvSpPr>
        <p:spPr>
          <a:xfrm>
            <a:off x="1270737" y="2407875"/>
            <a:ext cx="2830945" cy="337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sz="1333" b="1" noProof="0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Parámetros *</a:t>
            </a:r>
          </a:p>
          <a:p>
            <a:r>
              <a:rPr lang="es-CO" sz="1333" b="1" noProof="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HOG </a:t>
            </a:r>
            <a:r>
              <a:rPr lang="es-CO" sz="1333" b="1" noProof="0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orient</a:t>
            </a:r>
            <a:r>
              <a:rPr lang="es-CO" sz="1333" b="1" noProof="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        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9 direcciones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Tamaño celda        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(8x8)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</a:t>
            </a:r>
            <a:r>
              <a:rPr lang="es-CO" sz="1333" b="1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cells</a:t>
            </a:r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/block              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(2x2)</a:t>
            </a:r>
          </a:p>
          <a:p>
            <a:endParaRPr lang="es-CO" sz="1333" b="1" dirty="0">
              <a:solidFill>
                <a:srgbClr val="002060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Hiperparámetros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Regresión Logística</a:t>
            </a:r>
          </a:p>
          <a:p>
            <a:r>
              <a:rPr lang="es-CO" sz="1333" b="1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      Regularización </a:t>
            </a:r>
            <a:r>
              <a:rPr lang="es-CO" sz="1333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          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L2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 </a:t>
            </a:r>
            <a:r>
              <a:rPr lang="es-CO" sz="1333" b="1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Tolerancia          </a:t>
            </a:r>
            <a:r>
              <a:rPr lang="es-CO" sz="1333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          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1.0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SVM-</a:t>
            </a:r>
            <a:r>
              <a:rPr lang="es-CO" sz="1333" b="1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Kernel</a:t>
            </a:r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RBF</a:t>
            </a:r>
          </a:p>
          <a:p>
            <a:r>
              <a:rPr lang="es-CO" sz="1333" b="1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      Curva de separación RBF   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10.0 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</a:t>
            </a:r>
            <a:r>
              <a:rPr lang="es-CO" sz="1333" b="1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Random</a:t>
            </a:r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Forest     </a:t>
            </a:r>
          </a:p>
          <a:p>
            <a:r>
              <a:rPr lang="es-CO" sz="1333" b="1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      </a:t>
            </a:r>
            <a:r>
              <a:rPr lang="es-CO" sz="1333" b="1" dirty="0" err="1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n_estimators</a:t>
            </a:r>
            <a:r>
              <a:rPr lang="es-CO" sz="1333" b="1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s-CO" sz="1333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             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100 árboles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</a:t>
            </a:r>
            <a:r>
              <a:rPr lang="es-CO" sz="1333" b="1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Variables por </a:t>
            </a:r>
            <a:r>
              <a:rPr lang="es-CO" sz="1333" b="1" dirty="0" err="1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arbol</a:t>
            </a:r>
            <a:r>
              <a:rPr lang="es-CO" sz="1333" b="1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s-CO" sz="1333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 </a:t>
            </a:r>
            <a:r>
              <a:rPr lang="es-CO" sz="1333" dirty="0" err="1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sqrt</a:t>
            </a:r>
            <a:endParaRPr lang="es-CO" sz="1333" dirty="0">
              <a:solidFill>
                <a:schemeClr val="bg2">
                  <a:lumMod val="25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 </a:t>
            </a:r>
            <a:r>
              <a:rPr lang="es-CO" sz="1333" b="1" dirty="0" err="1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class_weight</a:t>
            </a:r>
            <a:r>
              <a:rPr lang="es-CO" sz="1333" b="1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s-CO" sz="1333" dirty="0">
                <a:solidFill>
                  <a:schemeClr val="bg2">
                    <a:lumMod val="75000"/>
                  </a:schemeClr>
                </a:solidFill>
                <a:ea typeface="Calibri" pitchFamily="34" charset="-122"/>
                <a:cs typeface="Calibri" pitchFamily="34" charset="-120"/>
              </a:rPr>
              <a:t>              </a:t>
            </a:r>
            <a:r>
              <a:rPr lang="es-CO" sz="1333" dirty="0" err="1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balanced</a:t>
            </a:r>
            <a:endParaRPr lang="es-CO" sz="1333" dirty="0">
              <a:solidFill>
                <a:schemeClr val="bg2">
                  <a:lumMod val="25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endParaRPr lang="es-CO" sz="1333" dirty="0">
              <a:solidFill>
                <a:schemeClr val="bg2">
                  <a:lumMod val="25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endParaRPr lang="es-CO" sz="1333" dirty="0">
              <a:solidFill>
                <a:schemeClr val="bg2">
                  <a:lumMod val="25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endParaRPr lang="es-CO" sz="1333" b="1" noProof="0" dirty="0"/>
          </a:p>
        </p:txBody>
      </p:sp>
      <p:sp>
        <p:nvSpPr>
          <p:cNvPr id="58" name="Shape 12">
            <a:extLst>
              <a:ext uri="{FF2B5EF4-FFF2-40B4-BE49-F238E27FC236}">
                <a16:creationId xmlns:a16="http://schemas.microsoft.com/office/drawing/2014/main" id="{24279477-B2DC-9193-26ED-3B89982E86B6}"/>
              </a:ext>
            </a:extLst>
          </p:cNvPr>
          <p:cNvSpPr/>
          <p:nvPr/>
        </p:nvSpPr>
        <p:spPr>
          <a:xfrm>
            <a:off x="4613285" y="1694043"/>
            <a:ext cx="3090672" cy="40895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59" name="Shape 13">
            <a:extLst>
              <a:ext uri="{FF2B5EF4-FFF2-40B4-BE49-F238E27FC236}">
                <a16:creationId xmlns:a16="http://schemas.microsoft.com/office/drawing/2014/main" id="{E029D894-C68A-36D4-8785-5926C07812DF}"/>
              </a:ext>
            </a:extLst>
          </p:cNvPr>
          <p:cNvSpPr/>
          <p:nvPr/>
        </p:nvSpPr>
        <p:spPr>
          <a:xfrm>
            <a:off x="4613285" y="1704864"/>
            <a:ext cx="3090672" cy="670560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60" name="Text 14">
            <a:extLst>
              <a:ext uri="{FF2B5EF4-FFF2-40B4-BE49-F238E27FC236}">
                <a16:creationId xmlns:a16="http://schemas.microsoft.com/office/drawing/2014/main" id="{874D275F-195E-456E-1EB0-0F98FD0404E0}"/>
              </a:ext>
            </a:extLst>
          </p:cNvPr>
          <p:cNvSpPr/>
          <p:nvPr/>
        </p:nvSpPr>
        <p:spPr>
          <a:xfrm>
            <a:off x="4744346" y="1742812"/>
            <a:ext cx="2841293" cy="5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ResNet-50 | EfficientNet-B4</a:t>
            </a:r>
            <a:endParaRPr lang="en-US" sz="1600" dirty="0"/>
          </a:p>
        </p:txBody>
      </p:sp>
      <p:sp>
        <p:nvSpPr>
          <p:cNvPr id="62" name="Shape 16">
            <a:extLst>
              <a:ext uri="{FF2B5EF4-FFF2-40B4-BE49-F238E27FC236}">
                <a16:creationId xmlns:a16="http://schemas.microsoft.com/office/drawing/2014/main" id="{8FCDFCF5-EFB8-59FC-69D1-BD1513EBD606}"/>
              </a:ext>
            </a:extLst>
          </p:cNvPr>
          <p:cNvSpPr/>
          <p:nvPr/>
        </p:nvSpPr>
        <p:spPr>
          <a:xfrm>
            <a:off x="8073319" y="1694042"/>
            <a:ext cx="3090671" cy="410157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dirty="0"/>
          </a:p>
        </p:txBody>
      </p:sp>
      <p:sp>
        <p:nvSpPr>
          <p:cNvPr id="63" name="Shape 17">
            <a:extLst>
              <a:ext uri="{FF2B5EF4-FFF2-40B4-BE49-F238E27FC236}">
                <a16:creationId xmlns:a16="http://schemas.microsoft.com/office/drawing/2014/main" id="{30172EDF-1F9D-E52C-F96A-040A0A796169}"/>
              </a:ext>
            </a:extLst>
          </p:cNvPr>
          <p:cNvSpPr/>
          <p:nvPr/>
        </p:nvSpPr>
        <p:spPr>
          <a:xfrm>
            <a:off x="8073319" y="1694043"/>
            <a:ext cx="3090672" cy="670560"/>
          </a:xfrm>
          <a:prstGeom prst="rect">
            <a:avLst/>
          </a:prstGeom>
          <a:solidFill>
            <a:schemeClr val="tx2"/>
          </a:solidFill>
          <a:ln w="3175">
            <a:solidFill>
              <a:schemeClr val="bg1">
                <a:lumMod val="50000"/>
              </a:schemeClr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64" name="Text 18">
            <a:extLst>
              <a:ext uri="{FF2B5EF4-FFF2-40B4-BE49-F238E27FC236}">
                <a16:creationId xmlns:a16="http://schemas.microsoft.com/office/drawing/2014/main" id="{18ADE839-087F-7F4F-2921-E1C2E2CC1D83}"/>
              </a:ext>
            </a:extLst>
          </p:cNvPr>
          <p:cNvSpPr/>
          <p:nvPr/>
        </p:nvSpPr>
        <p:spPr>
          <a:xfrm>
            <a:off x="8195238" y="1788225"/>
            <a:ext cx="2843510" cy="52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 + ResNet-34</a:t>
            </a:r>
            <a:endParaRPr lang="en-US" sz="1600" dirty="0"/>
          </a:p>
        </p:txBody>
      </p:sp>
      <p:sp>
        <p:nvSpPr>
          <p:cNvPr id="67" name="Title 1">
            <a:extLst>
              <a:ext uri="{FF2B5EF4-FFF2-40B4-BE49-F238E27FC236}">
                <a16:creationId xmlns:a16="http://schemas.microsoft.com/office/drawing/2014/main" id="{F34E25B4-649D-0939-54BB-82DF1FF70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Modelos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E58384E5-5588-9230-A8D3-A2997BABC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52727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dirty="0">
                <a:solidFill>
                  <a:schemeClr val="accent1"/>
                </a:solidFill>
              </a:rPr>
              <a:t>Parámetros e Hiperparámetros</a:t>
            </a:r>
          </a:p>
        </p:txBody>
      </p:sp>
      <p:pic>
        <p:nvPicPr>
          <p:cNvPr id="75" name="Imagen 74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2C655E61-5DC2-2148-0AD2-5F1E2FDC3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3" name="Text 11">
            <a:extLst>
              <a:ext uri="{FF2B5EF4-FFF2-40B4-BE49-F238E27FC236}">
                <a16:creationId xmlns:a16="http://schemas.microsoft.com/office/drawing/2014/main" id="{C1A06302-8D60-EAE2-B0A7-80BD8A25BAF8}"/>
              </a:ext>
            </a:extLst>
          </p:cNvPr>
          <p:cNvSpPr/>
          <p:nvPr/>
        </p:nvSpPr>
        <p:spPr>
          <a:xfrm>
            <a:off x="4744347" y="2449949"/>
            <a:ext cx="2841292" cy="3154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sz="1333" b="1" noProof="0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Parámetros</a:t>
            </a:r>
          </a:p>
          <a:p>
            <a:r>
              <a:rPr lang="es-CO" sz="1333" b="1" noProof="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Canales de entrada</a:t>
            </a:r>
            <a:endParaRPr lang="es-CO" sz="1333" b="1" dirty="0">
              <a:solidFill>
                <a:schemeClr val="bg2">
                  <a:lumMod val="50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14 canales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Pesos base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</a:t>
            </a:r>
            <a:r>
              <a:rPr lang="es-CO" sz="1333" dirty="0" err="1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ImageNet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(1M+ imágenes)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Aumento de datos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Volteo H/V + Rotación 90°</a:t>
            </a:r>
          </a:p>
          <a:p>
            <a:endParaRPr lang="es-CO" sz="1333" b="1" dirty="0">
              <a:solidFill>
                <a:srgbClr val="002060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Hiperparámetros</a:t>
            </a:r>
            <a:endParaRPr lang="es-CO" sz="1333" b="1" noProof="0" dirty="0">
              <a:solidFill>
                <a:srgbClr val="002060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</a:t>
            </a:r>
            <a:r>
              <a:rPr lang="es-CO" sz="1333" b="1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Velocidad_capa</a:t>
            </a:r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de salida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1x10</a:t>
            </a:r>
            <a:r>
              <a:rPr lang="es-CO" sz="1333" baseline="3000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-4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</a:t>
            </a:r>
            <a:r>
              <a:rPr lang="es-CO" sz="1333" b="1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Velocidad_red</a:t>
            </a:r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profunda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1x10</a:t>
            </a:r>
            <a:r>
              <a:rPr lang="es-CO" sz="1333" baseline="30000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-5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</a:t>
            </a:r>
            <a:r>
              <a:rPr lang="es-CO" sz="1333" b="1" dirty="0" err="1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Epocas</a:t>
            </a:r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de congelación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5 épocas </a:t>
            </a:r>
          </a:p>
          <a:p>
            <a:endParaRPr lang="es-CO" sz="1333" b="1" noProof="0" dirty="0"/>
          </a:p>
        </p:txBody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35181473-8E24-8685-6763-6E39D65FFEBC}"/>
              </a:ext>
            </a:extLst>
          </p:cNvPr>
          <p:cNvSpPr/>
          <p:nvPr/>
        </p:nvSpPr>
        <p:spPr>
          <a:xfrm>
            <a:off x="8197380" y="2461957"/>
            <a:ext cx="2723882" cy="3321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CO" sz="1333" b="1" noProof="0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Parámetros</a:t>
            </a:r>
          </a:p>
          <a:p>
            <a:r>
              <a:rPr lang="es-CO" sz="1333" b="1" noProof="0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Red extractora</a:t>
            </a:r>
            <a:endParaRPr lang="es-CO" sz="1333" b="1" dirty="0">
              <a:solidFill>
                <a:schemeClr val="bg2">
                  <a:lumMod val="50000"/>
                </a:schemeClr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ResNet-34 (</a:t>
            </a:r>
            <a:r>
              <a:rPr lang="es-CO" sz="1333" dirty="0" err="1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ImageNet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)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Conexiones de atajo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Encoder | </a:t>
            </a:r>
            <a:r>
              <a:rPr lang="es-CO" sz="1333" dirty="0" err="1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Decoder</a:t>
            </a:r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.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Modo de cómputo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16bits FP16</a:t>
            </a:r>
          </a:p>
          <a:p>
            <a:endParaRPr lang="es-CO" sz="1333" b="1" dirty="0">
              <a:solidFill>
                <a:srgbClr val="002060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b="1" dirty="0">
                <a:solidFill>
                  <a:srgbClr val="002060"/>
                </a:solidFill>
                <a:ea typeface="Calibri" pitchFamily="34" charset="-122"/>
                <a:cs typeface="Calibri" pitchFamily="34" charset="-120"/>
              </a:rPr>
              <a:t>Hiperparámetros</a:t>
            </a:r>
            <a:endParaRPr lang="es-CO" sz="1333" b="1" noProof="0" dirty="0">
              <a:solidFill>
                <a:srgbClr val="002060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Función de pérdida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Dice + BCE (50% cada una)</a:t>
            </a:r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Peso clase positiva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0.7</a:t>
            </a:r>
          </a:p>
          <a:p>
            <a:r>
              <a:rPr lang="es-CO" sz="1333" b="1" dirty="0">
                <a:solidFill>
                  <a:schemeClr val="bg2">
                    <a:lumMod val="50000"/>
                  </a:schemeClr>
                </a:solidFill>
                <a:ea typeface="Calibri" pitchFamily="34" charset="-122"/>
                <a:cs typeface="Calibri" pitchFamily="34" charset="-120"/>
              </a:rPr>
              <a:t>       Validación cruzada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2 pliegues estratificados</a:t>
            </a:r>
          </a:p>
          <a:p>
            <a:r>
              <a:rPr lang="es-CO" sz="1333" dirty="0">
                <a:solidFill>
                  <a:schemeClr val="bg2">
                    <a:lumMod val="25000"/>
                  </a:schemeClr>
                </a:solidFill>
                <a:ea typeface="Calibri" pitchFamily="34" charset="-122"/>
                <a:cs typeface="Calibri" pitchFamily="34" charset="-120"/>
              </a:rPr>
              <a:t>               2-Fold CV</a:t>
            </a:r>
          </a:p>
          <a:p>
            <a:endParaRPr lang="es-CO" sz="1333" b="1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014CE5-CAC7-2CAB-BA6F-4FC87504FAA5}"/>
              </a:ext>
            </a:extLst>
          </p:cNvPr>
          <p:cNvSpPr txBox="1"/>
          <p:nvPr/>
        </p:nvSpPr>
        <p:spPr>
          <a:xfrm>
            <a:off x="1161993" y="5864294"/>
            <a:ext cx="30906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000" b="0" i="0" u="none" strike="noStrike" kern="1200" cap="none" spc="0" normalizeH="0" baseline="0" noProof="0" dirty="0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*Parámetros recomendados por </a:t>
            </a:r>
            <a:r>
              <a:rPr kumimoji="0" lang="es-CO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7F8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Dalal</a:t>
            </a:r>
            <a:r>
              <a:rPr lang="es-CO" sz="1000" dirty="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</a:t>
            </a:r>
            <a:r>
              <a:rPr lang="es-CO" sz="1000" dirty="0" err="1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Triggs</a:t>
            </a:r>
            <a:r>
              <a:rPr lang="es-CO" sz="1000" dirty="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(2005)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1000" b="1" dirty="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HOG: </a:t>
            </a:r>
            <a:r>
              <a:rPr lang="es-CO" sz="1000" dirty="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'Histograma de Gradientes Orientados'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7406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BF71F-C276-FD7E-9D04-832FA4FF5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464EE902-D2DC-5842-C2B9-F2A0EFB4B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70EF7FD-AAB0-0E70-9A46-97642B011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Resultados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02FDBD-5A0F-CF98-8609-A1B808E73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56755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 err="1">
                <a:solidFill>
                  <a:schemeClr val="accent1"/>
                </a:solidFill>
              </a:rPr>
              <a:t>Classical</a:t>
            </a:r>
            <a:r>
              <a:rPr lang="es-CO" sz="2400" b="1" noProof="0" dirty="0">
                <a:solidFill>
                  <a:schemeClr val="accent1"/>
                </a:solidFill>
              </a:rPr>
              <a:t> </a:t>
            </a:r>
            <a:r>
              <a:rPr lang="es-CO" sz="2400" b="1" noProof="0" dirty="0" err="1">
                <a:solidFill>
                  <a:schemeClr val="accent1"/>
                </a:solidFill>
              </a:rPr>
              <a:t>Baselines</a:t>
            </a:r>
            <a:endParaRPr lang="es-CO" sz="2400" b="1" noProof="0" dirty="0">
              <a:solidFill>
                <a:schemeClr val="accent1"/>
              </a:solidFill>
            </a:endParaRPr>
          </a:p>
          <a:p>
            <a:pPr marL="0" indent="0" algn="just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804FA5C-794A-BE9A-9470-36576F8DF7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81"/>
          <a:stretch>
            <a:fillRect/>
          </a:stretch>
        </p:blipFill>
        <p:spPr>
          <a:xfrm>
            <a:off x="836364" y="1943250"/>
            <a:ext cx="11016513" cy="290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13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01EA-239B-8060-9768-8E7B9A00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66727C7B-27BC-C68F-424B-F2A1E5D69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C4F97551-133F-4B8F-2590-DD4692D7C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Resultados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4DCE91CA-01E6-C3B1-FCE7-6FDB4C7686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44847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CNN Fine-</a:t>
            </a:r>
            <a:r>
              <a:rPr lang="es-CO" sz="2400" b="1" noProof="0" dirty="0" err="1">
                <a:solidFill>
                  <a:schemeClr val="accent1"/>
                </a:solidFill>
              </a:rPr>
              <a:t>Tuning</a:t>
            </a:r>
            <a:r>
              <a:rPr lang="es-CO" sz="2400" b="1" noProof="0" dirty="0">
                <a:solidFill>
                  <a:schemeClr val="accent1"/>
                </a:solidFill>
              </a:rPr>
              <a:t>* – ResNet50**</a:t>
            </a: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F020CD6-1497-03D4-E3D2-7078BD44C30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112" y="1686162"/>
            <a:ext cx="8804103" cy="41464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21A75C2-3729-7FA4-2665-3F1A9A590DC4}"/>
              </a:ext>
            </a:extLst>
          </p:cNvPr>
          <p:cNvSpPr txBox="1"/>
          <p:nvPr/>
        </p:nvSpPr>
        <p:spPr>
          <a:xfrm>
            <a:off x="836364" y="5832637"/>
            <a:ext cx="8109234" cy="73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s-ES"/>
            </a:defPPr>
            <a:lvl1pPr indent="0">
              <a:buNone/>
              <a:defRPr sz="90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s-ES" sz="1000" dirty="0"/>
              <a:t>*La literatura indica que las CNN superan a los métodos clásicos típicamente cuando se tienen más de 10.000 muestras para clasificación de parche. </a:t>
            </a:r>
          </a:p>
          <a:p>
            <a:r>
              <a:rPr lang="es-ES" sz="1000" dirty="0"/>
              <a:t>** 25M de parámetros ajustables.  </a:t>
            </a:r>
            <a:r>
              <a:rPr lang="es-ES" sz="1000" b="1" dirty="0"/>
              <a:t>F1=0.779 | 0.789</a:t>
            </a:r>
          </a:p>
        </p:txBody>
      </p:sp>
    </p:spTree>
    <p:extLst>
      <p:ext uri="{BB962C8B-B14F-4D97-AF65-F5344CB8AC3E}">
        <p14:creationId xmlns:p14="http://schemas.microsoft.com/office/powerpoint/2010/main" val="484094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23D27-7223-524D-D3B3-EBAF2D37A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856CD016-F7B7-D511-E32E-7D1C2FCC5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5548A4A-989C-A4E5-7EBC-1D95B1A0B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Resultados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C2FED58-7D68-A6BA-EF20-E0E9D13B8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44847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CNN Fine-</a:t>
            </a:r>
            <a:r>
              <a:rPr lang="es-CO" sz="2400" b="1" noProof="0" dirty="0" err="1">
                <a:solidFill>
                  <a:schemeClr val="accent1"/>
                </a:solidFill>
              </a:rPr>
              <a:t>Tuning</a:t>
            </a:r>
            <a:r>
              <a:rPr lang="es-CO" sz="2400" b="1" noProof="0" dirty="0">
                <a:solidFill>
                  <a:schemeClr val="accent1"/>
                </a:solidFill>
              </a:rPr>
              <a:t> – </a:t>
            </a:r>
            <a:r>
              <a:rPr lang="es-CO" sz="2400" b="1" noProof="0" dirty="0" err="1">
                <a:solidFill>
                  <a:schemeClr val="accent1"/>
                </a:solidFill>
              </a:rPr>
              <a:t>EfficentNet</a:t>
            </a:r>
            <a:r>
              <a:rPr lang="es-CO" sz="2400" b="1" noProof="0" dirty="0">
                <a:solidFill>
                  <a:schemeClr val="accent1"/>
                </a:solidFill>
              </a:rPr>
              <a:t> B4*</a:t>
            </a: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DC97AB-C47D-27FE-7B2D-3CFF575AE0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051" y="1686162"/>
            <a:ext cx="8465897" cy="398719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3F89910-B3BE-862B-F418-B3A2F692F385}"/>
              </a:ext>
            </a:extLst>
          </p:cNvPr>
          <p:cNvSpPr txBox="1"/>
          <p:nvPr/>
        </p:nvSpPr>
        <p:spPr>
          <a:xfrm>
            <a:off x="836364" y="5673352"/>
            <a:ext cx="3565671" cy="628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s-ES"/>
            </a:defPPr>
            <a:lvl1pPr indent="0">
              <a:buNone/>
              <a:defRPr sz="90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s-ES" sz="1100" dirty="0"/>
              <a:t>* 19M de parámetros ajustables. </a:t>
            </a:r>
          </a:p>
          <a:p>
            <a:r>
              <a:rPr lang="es-ES" sz="1100" b="1" dirty="0"/>
              <a:t>F1=0.807 | 0.839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2503091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D4BBA-5FD6-6AAD-29B3-BC0B80ED6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F8A83E63-5395-B321-755C-D975B1A48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1B5E0BB-7000-999C-F8C6-980B029E9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Resultados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34DF52A-89FF-BE56-CF61-F4A7B6C08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56755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Segmentación U-Net + ResNet-34</a:t>
            </a: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CE172D0-1AF2-F3C6-BD56-D28E0CBC84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143" y="2174783"/>
            <a:ext cx="6139586" cy="28956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D1BBE51-D7C5-8C4A-DFC5-005E19EADD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847" y="715108"/>
            <a:ext cx="3771015" cy="5052646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D41000E7-E83C-6190-893E-527164DFBF7D}"/>
              </a:ext>
            </a:extLst>
          </p:cNvPr>
          <p:cNvSpPr txBox="1"/>
          <p:nvPr/>
        </p:nvSpPr>
        <p:spPr>
          <a:xfrm>
            <a:off x="1008143" y="5232727"/>
            <a:ext cx="6139586" cy="6287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es-ES"/>
            </a:defPPr>
            <a:lvl1pPr indent="0">
              <a:buNone/>
              <a:defRPr sz="90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endParaRPr lang="es-ES" sz="1100" dirty="0"/>
          </a:p>
          <a:p>
            <a:r>
              <a:rPr lang="es-ES" sz="1100" b="1" dirty="0"/>
              <a:t>F1=0.391 | 0.420</a:t>
            </a:r>
            <a:endParaRPr lang="es-ES" sz="1100" dirty="0"/>
          </a:p>
        </p:txBody>
      </p:sp>
    </p:spTree>
    <p:extLst>
      <p:ext uri="{BB962C8B-B14F-4D97-AF65-F5344CB8AC3E}">
        <p14:creationId xmlns:p14="http://schemas.microsoft.com/office/powerpoint/2010/main" val="4258232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04164-F389-C3F7-9807-F6D90DF3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EE557EDD-630A-5FC2-6521-258CE2D26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3147DEFA-59F9-5C03-6A05-A22DD09CF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Análisis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50AD265-C764-E9F6-6776-A669CBF57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56755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Resultados de modelos</a:t>
            </a:r>
          </a:p>
          <a:p>
            <a:pPr marL="0" indent="0" algn="just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pic>
        <p:nvPicPr>
          <p:cNvPr id="2" name="Image 1" descr="/sessions/fervent-festive-brahmagupta/mnt/Landslide_ML/results/comparison_f1.png">
            <a:extLst>
              <a:ext uri="{FF2B5EF4-FFF2-40B4-BE49-F238E27FC236}">
                <a16:creationId xmlns:a16="http://schemas.microsoft.com/office/drawing/2014/main" id="{5F4658FE-4359-861A-D0B3-376D6AD47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914"/>
          <a:stretch>
            <a:fillRect/>
          </a:stretch>
        </p:blipFill>
        <p:spPr>
          <a:xfrm>
            <a:off x="6363226" y="1169433"/>
            <a:ext cx="5568734" cy="1941522"/>
          </a:xfrm>
          <a:prstGeom prst="rect">
            <a:avLst/>
          </a:prstGeom>
        </p:spPr>
      </p:pic>
      <p:graphicFrame>
        <p:nvGraphicFramePr>
          <p:cNvPr id="3" name="Table 0">
            <a:extLst>
              <a:ext uri="{FF2B5EF4-FFF2-40B4-BE49-F238E27FC236}">
                <a16:creationId xmlns:a16="http://schemas.microsoft.com/office/drawing/2014/main" id="{22EF04BB-96FA-4EE4-92A6-D5749BA34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371916"/>
              </p:ext>
            </p:extLst>
          </p:nvPr>
        </p:nvGraphicFramePr>
        <p:xfrm>
          <a:off x="836364" y="1785392"/>
          <a:ext cx="4992412" cy="2955393"/>
        </p:xfrm>
        <a:graphic>
          <a:graphicData uri="http://schemas.openxmlformats.org/drawingml/2006/table">
            <a:tbl>
              <a:tblPr/>
              <a:tblGrid>
                <a:gridCol w="19578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2055">
                  <a:extLst>
                    <a:ext uri="{9D8B030D-6E8A-4147-A177-3AD203B41FA5}">
                      <a16:colId xmlns:a16="http://schemas.microsoft.com/office/drawing/2014/main" val="1266785859"/>
                    </a:ext>
                  </a:extLst>
                </a:gridCol>
                <a:gridCol w="5990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41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b="1" noProof="0" dirty="0">
                          <a:solidFill>
                            <a:srgbClr val="FFFFFF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b="1" noProof="0" dirty="0">
                          <a:solidFill>
                            <a:srgbClr val="FFFFFF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s-CO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b="1" noProof="0" dirty="0">
                          <a:solidFill>
                            <a:srgbClr val="FFFFFF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b="1" noProof="0" dirty="0">
                          <a:solidFill>
                            <a:srgbClr val="FFFFFF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8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199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O" sz="1000" kern="1200" noProof="0" dirty="0" err="1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 Forest (HOG) 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Clásico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Clasificación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0.837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0.808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SVM RBF (HOG)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Clásico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noProof="0" dirty="0">
                          <a:latin typeface="ARS Maquette Pro Light" panose="02000303030000020004" pitchFamily="2" charset="0"/>
                          <a:ea typeface="Calibri" charset="0"/>
                          <a:cs typeface="Calibri" charset="0"/>
                        </a:rPr>
                        <a:t>Clasificación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0.779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 err="1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Logistic</a:t>
                      </a: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s-CO" sz="1000" noProof="0" dirty="0" err="1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Clásico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noProof="0" dirty="0">
                          <a:latin typeface="ARS Maquette Pro Light" panose="02000303030000020004" pitchFamily="2" charset="0"/>
                          <a:ea typeface="Calibri" charset="0"/>
                          <a:cs typeface="Calibri" charset="0"/>
                        </a:rPr>
                        <a:t>Clasificación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0.789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0.761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ResNet-50 fine-</a:t>
                      </a:r>
                      <a:r>
                        <a:rPr lang="es-CO" sz="1000" noProof="0" dirty="0" err="1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tuned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noProof="0" dirty="0">
                          <a:latin typeface="ARS Maquette Pro Light" panose="02000303030000020004" pitchFamily="2" charset="0"/>
                          <a:ea typeface="Calibri" charset="0"/>
                          <a:cs typeface="Calibri" charset="0"/>
                        </a:rPr>
                        <a:t>Clasificación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0.784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0.813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19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EfficientNet-B4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000" noProof="0" dirty="0">
                          <a:latin typeface="ARS Maquette Pro Light" panose="02000303030000020004" pitchFamily="2" charset="0"/>
                          <a:ea typeface="Calibri" charset="0"/>
                          <a:cs typeface="Calibri" charset="0"/>
                        </a:rPr>
                        <a:t>Clasificación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O" sz="10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0.823</a:t>
                      </a:r>
                      <a:endParaRPr lang="es-CO" sz="1000" noProof="0" dirty="0">
                        <a:latin typeface="ARS Maquette Pro Light" panose="02000303030000020004" pitchFamily="2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199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U-Net + ResNet-34 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O" sz="1000" kern="1200" noProof="0" dirty="0" err="1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Segm</a:t>
                      </a: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Segmentación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0.445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buNone/>
                      </a:pPr>
                      <a:r>
                        <a:rPr lang="es-CO" sz="1000" kern="1200" noProof="0" dirty="0">
                          <a:solidFill>
                            <a:srgbClr val="000000"/>
                          </a:solidFill>
                          <a:latin typeface="ARS Maquette Pro Light" panose="02000303030000020004" pitchFamily="2" charset="0"/>
                          <a:ea typeface="Calibri" pitchFamily="34" charset="-122"/>
                          <a:cs typeface="Calibri" pitchFamily="34" charset="-120"/>
                        </a:rPr>
                        <a:t>0.391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FB4CE5A3-26F4-06B6-7F29-A11BD32A4A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70"/>
          <a:stretch>
            <a:fillRect/>
          </a:stretch>
        </p:blipFill>
        <p:spPr>
          <a:xfrm>
            <a:off x="6363226" y="3623272"/>
            <a:ext cx="5568734" cy="199510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17EA325-0533-B0E9-6B6C-A9654DE1F426}"/>
              </a:ext>
            </a:extLst>
          </p:cNvPr>
          <p:cNvSpPr txBox="1"/>
          <p:nvPr/>
        </p:nvSpPr>
        <p:spPr>
          <a:xfrm>
            <a:off x="6795926" y="3198277"/>
            <a:ext cx="4734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F1 por </a:t>
            </a:r>
            <a:r>
              <a:rPr lang="es-CO" sz="1400" b="1" dirty="0">
                <a:solidFill>
                  <a:schemeClr val="tx2"/>
                </a:solidFill>
              </a:rPr>
              <a:t>F</a:t>
            </a:r>
            <a:r>
              <a:rPr lang="es-CO" sz="1400" b="1" noProof="0" dirty="0" err="1">
                <a:solidFill>
                  <a:schemeClr val="tx2"/>
                </a:solidFill>
              </a:rPr>
              <a:t>old</a:t>
            </a:r>
            <a:r>
              <a:rPr lang="es-CO" sz="1400" b="1" noProof="0" dirty="0">
                <a:solidFill>
                  <a:schemeClr val="tx2"/>
                </a:solidFill>
              </a:rPr>
              <a:t> – Comparación entre modelos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911BB80-A47C-BB89-55E1-909263B31166}"/>
              </a:ext>
            </a:extLst>
          </p:cNvPr>
          <p:cNvSpPr txBox="1"/>
          <p:nvPr/>
        </p:nvSpPr>
        <p:spPr>
          <a:xfrm>
            <a:off x="6795926" y="814631"/>
            <a:ext cx="473421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CO" sz="1400" b="1" noProof="0" dirty="0">
                <a:solidFill>
                  <a:schemeClr val="tx2"/>
                </a:solidFill>
              </a:rPr>
              <a:t>Evaluación comparativa final</a:t>
            </a:r>
          </a:p>
        </p:txBody>
      </p:sp>
    </p:spTree>
    <p:extLst>
      <p:ext uri="{BB962C8B-B14F-4D97-AF65-F5344CB8AC3E}">
        <p14:creationId xmlns:p14="http://schemas.microsoft.com/office/powerpoint/2010/main" val="1810919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A75D9-C06E-8B46-C5BF-C605D00A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CF3D4F25-4907-10FB-69FE-CEE79C3722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FBCF06E-38D2-0D0D-AF19-B1EC8E755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Brechas de dominio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5F5DA2A-3BA5-87CF-4CD7-DFF1C821A81F}"/>
              </a:ext>
            </a:extLst>
          </p:cNvPr>
          <p:cNvSpPr txBox="1">
            <a:spLocks/>
          </p:cNvSpPr>
          <p:nvPr/>
        </p:nvSpPr>
        <p:spPr>
          <a:xfrm>
            <a:off x="878246" y="1919536"/>
            <a:ext cx="11053559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CO" sz="1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 de adaptar los modelos al contexto del país. Contexto geológico y geomorfológico diferente.</a:t>
            </a:r>
          </a:p>
          <a:p>
            <a:pPr algn="just"/>
            <a:r>
              <a:rPr lang="es-CO" sz="1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país cuenta con 60%-80% de cobertura nubosa en los andes Colombiano.</a:t>
            </a:r>
          </a:p>
          <a:p>
            <a:pPr algn="just"/>
            <a:r>
              <a:rPr lang="es-CO" sz="18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Bosques húmedos colombianos tienen mayor densidad de vegetación.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800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800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800" noProof="0" dirty="0"/>
          </a:p>
          <a:p>
            <a:pPr marL="0" indent="0" algn="just">
              <a:buFont typeface="Arial" panose="020B0604020202020204" pitchFamily="34" charset="0"/>
              <a:buNone/>
            </a:pPr>
            <a:endParaRPr lang="es-CO" sz="1800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9230435-F1C9-40CB-A8EC-C681ABF56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246" y="1256755"/>
            <a:ext cx="6832601" cy="4413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Transferibilidad a contexto Colombiano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B0237F-271C-4D40-4C40-BD4356D7B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64" y="3242379"/>
            <a:ext cx="5627815" cy="268887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D2D17D5-BEF4-E4F7-9C74-4886890F0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7406" y="3242379"/>
            <a:ext cx="4546348" cy="268887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3B117C2-25B5-19C6-51D3-D3B5E28DA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64" y="3242379"/>
            <a:ext cx="5702326" cy="268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1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F240E-5CBB-B010-9BE7-6C52EBFA8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EFFDD972-016E-A47D-41E3-18CA3C0507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D784969-F550-FBB1-4D83-A92CD14B7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Repositorio </a:t>
            </a:r>
            <a:r>
              <a:rPr lang="es-CO" b="1" noProof="0" dirty="0" err="1">
                <a:solidFill>
                  <a:schemeClr val="tx2"/>
                </a:solidFill>
              </a:rPr>
              <a:t>Github</a:t>
            </a:r>
            <a:endParaRPr lang="es-CO" b="1" noProof="0" dirty="0">
              <a:solidFill>
                <a:schemeClr val="tx2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B936D448-5B56-1B20-C8DC-139AE4F3B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364" y="1256755"/>
            <a:ext cx="6832601" cy="268225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s-CO" sz="2400" b="1" noProof="0" dirty="0">
                <a:solidFill>
                  <a:schemeClr val="accent1"/>
                </a:solidFill>
              </a:rPr>
              <a:t>Estructura del repositorio</a:t>
            </a:r>
          </a:p>
          <a:p>
            <a:pPr marL="0" indent="0" algn="just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  <a:p>
            <a:pPr marL="0" indent="0">
              <a:buNone/>
            </a:pPr>
            <a:endParaRPr lang="es-CO" noProof="0" dirty="0"/>
          </a:p>
        </p:txBody>
      </p:sp>
      <p:pic>
        <p:nvPicPr>
          <p:cNvPr id="4" name="Image 1" descr="/sessions/fervent-festive-brahmagupta/qr_github.png">
            <a:extLst>
              <a:ext uri="{FF2B5EF4-FFF2-40B4-BE49-F238E27FC236}">
                <a16:creationId xmlns:a16="http://schemas.microsoft.com/office/drawing/2014/main" id="{D7D890D1-8DAE-43F1-477D-444521A54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351" y="1024736"/>
            <a:ext cx="3840480" cy="3840480"/>
          </a:xfrm>
          <a:prstGeom prst="rect">
            <a:avLst/>
          </a:prstGeom>
        </p:spPr>
      </p:pic>
      <p:sp>
        <p:nvSpPr>
          <p:cNvPr id="5" name="Shape 33">
            <a:extLst>
              <a:ext uri="{FF2B5EF4-FFF2-40B4-BE49-F238E27FC236}">
                <a16:creationId xmlns:a16="http://schemas.microsoft.com/office/drawing/2014/main" id="{8454432C-C7F4-48E1-1BE3-C7F702E430E0}"/>
              </a:ext>
            </a:extLst>
          </p:cNvPr>
          <p:cNvSpPr/>
          <p:nvPr/>
        </p:nvSpPr>
        <p:spPr>
          <a:xfrm>
            <a:off x="6660079" y="4940860"/>
            <a:ext cx="3840480" cy="682752"/>
          </a:xfrm>
          <a:prstGeom prst="rect">
            <a:avLst/>
          </a:prstGeom>
          <a:solidFill>
            <a:srgbClr val="242852"/>
          </a:solidFill>
          <a:ln w="12700">
            <a:solidFill>
              <a:srgbClr val="242852"/>
            </a:solidFill>
            <a:prstDash val="solid"/>
          </a:ln>
        </p:spPr>
        <p:txBody>
          <a:bodyPr/>
          <a:lstStyle/>
          <a:p>
            <a:endParaRPr lang="es-CO" sz="2400" noProof="0" dirty="0"/>
          </a:p>
        </p:txBody>
      </p:sp>
      <p:sp>
        <p:nvSpPr>
          <p:cNvPr id="8" name="Text 34">
            <a:extLst>
              <a:ext uri="{FF2B5EF4-FFF2-40B4-BE49-F238E27FC236}">
                <a16:creationId xmlns:a16="http://schemas.microsoft.com/office/drawing/2014/main" id="{B4ADAB5C-64DE-119E-5F16-766468862933}"/>
              </a:ext>
            </a:extLst>
          </p:cNvPr>
          <p:cNvSpPr/>
          <p:nvPr/>
        </p:nvSpPr>
        <p:spPr>
          <a:xfrm>
            <a:off x="6660079" y="4940860"/>
            <a:ext cx="384048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CO" sz="12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</a:t>
            </a:r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apmontesp</a:t>
            </a:r>
            <a:r>
              <a:rPr lang="es-CO" sz="12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s-CO" sz="1267" noProof="0" dirty="0"/>
          </a:p>
          <a:p>
            <a:pPr algn="ctr"/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Landslides</a:t>
            </a:r>
            <a:r>
              <a:rPr lang="es-CO" sz="12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_-</a:t>
            </a:r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r>
              <a:rPr lang="es-CO" sz="1267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-ML-</a:t>
            </a:r>
            <a:r>
              <a:rPr lang="es-CO" sz="1267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s-CO" sz="1267" noProof="0" dirty="0"/>
          </a:p>
        </p:txBody>
      </p:sp>
      <p:sp>
        <p:nvSpPr>
          <p:cNvPr id="9" name="Text 36">
            <a:extLst>
              <a:ext uri="{FF2B5EF4-FFF2-40B4-BE49-F238E27FC236}">
                <a16:creationId xmlns:a16="http://schemas.microsoft.com/office/drawing/2014/main" id="{B81FB73F-D7D9-2308-C1F8-86C862D342EB}"/>
              </a:ext>
            </a:extLst>
          </p:cNvPr>
          <p:cNvSpPr/>
          <p:nvPr/>
        </p:nvSpPr>
        <p:spPr>
          <a:xfrm>
            <a:off x="6660079" y="5713932"/>
            <a:ext cx="3840480" cy="25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O" sz="1000" noProof="0" dirty="0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Semilla aleatoria 42 · Google Colab T4 GPU · PyTorch 2.1 · </a:t>
            </a:r>
            <a:r>
              <a:rPr lang="es-CO" sz="1000" noProof="0" dirty="0" err="1">
                <a:solidFill>
                  <a:srgbClr val="7F8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s-CO" sz="1000" noProof="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3E1F69E8-6E04-6530-6F12-17D262EA97F8}"/>
              </a:ext>
            </a:extLst>
          </p:cNvPr>
          <p:cNvSpPr/>
          <p:nvPr/>
        </p:nvSpPr>
        <p:spPr>
          <a:xfrm>
            <a:off x="899905" y="1568592"/>
            <a:ext cx="5560361" cy="4273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buNone/>
            </a:pPr>
            <a:r>
              <a:rPr lang="es-CO" sz="1400" b="1" noProof="0" dirty="0" err="1">
                <a:solidFill>
                  <a:schemeClr val="accent3"/>
                </a:solidFill>
                <a:ea typeface="Calibri" pitchFamily="34" charset="-122"/>
                <a:cs typeface="Calibri" pitchFamily="34" charset="-120"/>
              </a:rPr>
              <a:t>Landslide_ML</a:t>
            </a:r>
            <a:r>
              <a:rPr lang="es-CO" sz="1400" b="1" dirty="0">
                <a:solidFill>
                  <a:schemeClr val="accent3"/>
                </a:solidFill>
                <a:ea typeface="Calibri" pitchFamily="34" charset="-122"/>
                <a:cs typeface="Calibri" pitchFamily="34" charset="-120"/>
              </a:rPr>
              <a:t>/</a:t>
            </a:r>
          </a:p>
          <a:p>
            <a:pPr marL="0" indent="0" algn="just">
              <a:buNone/>
            </a:pPr>
            <a:r>
              <a:rPr lang="es-CO" sz="1400" b="1" noProof="0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     notebooks/</a:t>
            </a:r>
          </a:p>
          <a:p>
            <a:r>
              <a:rPr lang="es-ES" sz="1400" dirty="0"/>
              <a:t>         00_setup_verification.ipynb</a:t>
            </a:r>
          </a:p>
          <a:p>
            <a:r>
              <a:rPr lang="es-ES" sz="1400" dirty="0"/>
              <a:t>         01_eda_analysis.ipynb</a:t>
            </a:r>
          </a:p>
          <a:p>
            <a:r>
              <a:rPr lang="es-ES" sz="1400" dirty="0"/>
              <a:t>         02_preprocessing.ipynb</a:t>
            </a:r>
          </a:p>
          <a:p>
            <a:r>
              <a:rPr lang="es-ES" sz="1400" dirty="0"/>
              <a:t>         03_classical_baselines.ipynb</a:t>
            </a:r>
          </a:p>
          <a:p>
            <a:r>
              <a:rPr lang="es-ES" sz="1400" dirty="0"/>
              <a:t>         04_resnet50.ipynb</a:t>
            </a:r>
          </a:p>
          <a:p>
            <a:r>
              <a:rPr lang="es-ES" sz="1400" dirty="0"/>
              <a:t>         05_efficientnet_b4.ipynb</a:t>
            </a:r>
          </a:p>
          <a:p>
            <a:r>
              <a:rPr lang="es-ES" sz="1400" dirty="0"/>
              <a:t>         06_unet_segmentation.ipynb</a:t>
            </a:r>
          </a:p>
          <a:p>
            <a:r>
              <a:rPr lang="es-ES" sz="1400" dirty="0"/>
              <a:t>         07_evaluation_comparison.ipynb</a:t>
            </a:r>
          </a:p>
          <a:p>
            <a:pPr algn="just"/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     scripts/ </a:t>
            </a:r>
            <a:r>
              <a:rPr lang="en-US" sz="1400" dirty="0"/>
              <a:t>                           -&gt; Pipeline </a:t>
            </a:r>
            <a:r>
              <a:rPr lang="en-US" sz="1400" dirty="0" err="1"/>
              <a:t>preprocesamiento</a:t>
            </a:r>
            <a:endParaRPr lang="en-US" sz="1400" dirty="0"/>
          </a:p>
          <a:p>
            <a:pPr algn="just"/>
            <a:r>
              <a:rPr lang="en-US" sz="1400" dirty="0"/>
              <a:t> </a:t>
            </a:r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    </a:t>
            </a:r>
            <a:r>
              <a:rPr lang="es-CO" sz="1400" b="1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src</a:t>
            </a:r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/    </a:t>
            </a:r>
            <a:r>
              <a:rPr lang="en-US" sz="1400" dirty="0"/>
              <a:t>                                -&gt; Código </a:t>
            </a:r>
            <a:r>
              <a:rPr lang="en-US" sz="1400" dirty="0" err="1"/>
              <a:t>fuente</a:t>
            </a:r>
            <a:r>
              <a:rPr lang="en-US" sz="1400" dirty="0"/>
              <a:t> </a:t>
            </a:r>
            <a:r>
              <a:rPr lang="en-US" sz="1400" dirty="0" err="1"/>
              <a:t>modelos</a:t>
            </a:r>
            <a:endParaRPr lang="en-US" sz="1400" dirty="0"/>
          </a:p>
          <a:p>
            <a:pPr algn="just"/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     </a:t>
            </a:r>
            <a:r>
              <a:rPr lang="es-CO" sz="1400" b="1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configs</a:t>
            </a:r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/                           </a:t>
            </a:r>
            <a:r>
              <a:rPr lang="en-US" sz="1400" dirty="0"/>
              <a:t>-&gt; Hiperparámetros YAML</a:t>
            </a:r>
          </a:p>
          <a:p>
            <a:pPr algn="just"/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     </a:t>
            </a:r>
            <a:r>
              <a:rPr lang="es-CO" sz="1400" b="1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results</a:t>
            </a:r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/                        </a:t>
            </a:r>
            <a:r>
              <a:rPr lang="en-US" sz="1400" dirty="0"/>
              <a:t>    -&gt; </a:t>
            </a:r>
            <a:r>
              <a:rPr lang="en-US" sz="1400" dirty="0" err="1"/>
              <a:t>Métricas</a:t>
            </a:r>
            <a:r>
              <a:rPr lang="en-US" sz="1400" dirty="0"/>
              <a:t> F1 · AUC · </a:t>
            </a:r>
            <a:r>
              <a:rPr lang="en-US" sz="1400" dirty="0" err="1"/>
              <a:t>IoU</a:t>
            </a:r>
            <a:endParaRPr lang="en-US" sz="1400" dirty="0"/>
          </a:p>
          <a:p>
            <a:pPr algn="just"/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     </a:t>
            </a:r>
            <a:r>
              <a:rPr lang="es-CO" sz="1400" b="1" dirty="0" err="1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docs</a:t>
            </a:r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/     </a:t>
            </a:r>
            <a:r>
              <a:rPr lang="en-US" sz="1400" dirty="0"/>
              <a:t>                            -&gt; </a:t>
            </a:r>
            <a:r>
              <a:rPr lang="en-US" sz="1400" dirty="0" err="1"/>
              <a:t>Resultados</a:t>
            </a:r>
            <a:r>
              <a:rPr lang="en-US" sz="1400" dirty="0"/>
              <a:t>. </a:t>
            </a:r>
            <a:r>
              <a:rPr lang="en-US" sz="1400" dirty="0" err="1"/>
              <a:t>Metodología</a:t>
            </a:r>
            <a:endParaRPr lang="en-US" sz="1400" dirty="0"/>
          </a:p>
          <a:p>
            <a:pPr algn="just"/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     README.md                    </a:t>
            </a:r>
          </a:p>
          <a:p>
            <a:pPr algn="just"/>
            <a:r>
              <a:rPr lang="es-CO" sz="1400" b="1" dirty="0">
                <a:solidFill>
                  <a:schemeClr val="accent3">
                    <a:lumMod val="60000"/>
                    <a:lumOff val="40000"/>
                  </a:schemeClr>
                </a:solidFill>
                <a:ea typeface="Calibri" pitchFamily="34" charset="-122"/>
                <a:cs typeface="Calibri" pitchFamily="34" charset="-120"/>
              </a:rPr>
              <a:t>      requirements.txt         </a:t>
            </a:r>
            <a:r>
              <a:rPr lang="en-US" sz="1400" dirty="0"/>
              <a:t>-&gt; </a:t>
            </a:r>
            <a:r>
              <a:rPr lang="es-CO" sz="1400" dirty="0" err="1"/>
              <a:t>enviroment.yml</a:t>
            </a:r>
            <a:endParaRPr lang="en-US" sz="1400" dirty="0"/>
          </a:p>
          <a:p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576064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456B-6A2F-9B28-6327-F7A330498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BC4BDD75-34DE-321D-809A-EA0508E74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716" y="6019262"/>
            <a:ext cx="1695687" cy="62873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F52931A-D965-598A-7606-129DC17ED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64" y="151850"/>
            <a:ext cx="10515600" cy="1325563"/>
          </a:xfrm>
        </p:spPr>
        <p:txBody>
          <a:bodyPr/>
          <a:lstStyle/>
          <a:p>
            <a:r>
              <a:rPr lang="es-CO" b="1" noProof="0" dirty="0">
                <a:solidFill>
                  <a:schemeClr val="tx2"/>
                </a:solidFill>
              </a:rPr>
              <a:t>Referencias</a:t>
            </a: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62A1FD01-0F83-9200-BCCE-3898C76DA106}"/>
              </a:ext>
            </a:extLst>
          </p:cNvPr>
          <p:cNvSpPr/>
          <p:nvPr/>
        </p:nvSpPr>
        <p:spPr>
          <a:xfrm>
            <a:off x="1033588" y="1351907"/>
            <a:ext cx="10056170" cy="4062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s-ES" sz="1600" b="1" dirty="0"/>
              <a:t>[1]</a:t>
            </a:r>
            <a:r>
              <a:rPr lang="es-ES" sz="1600" dirty="0"/>
              <a:t> Centre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Research</a:t>
            </a:r>
            <a:r>
              <a:rPr lang="es-ES" sz="1600" dirty="0"/>
              <a:t> </a:t>
            </a:r>
            <a:r>
              <a:rPr lang="es-ES" sz="1600" dirty="0" err="1"/>
              <a:t>on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Epidemiology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Disasters</a:t>
            </a:r>
            <a:r>
              <a:rPr lang="es-ES" sz="1600" dirty="0"/>
              <a:t> (CRED), "EM-DAT: </a:t>
            </a:r>
            <a:r>
              <a:rPr lang="es-ES" sz="1600" dirty="0" err="1"/>
              <a:t>The</a:t>
            </a:r>
            <a:r>
              <a:rPr lang="es-ES" sz="1600" dirty="0"/>
              <a:t> International </a:t>
            </a:r>
            <a:r>
              <a:rPr lang="es-ES" sz="1600" dirty="0" err="1"/>
              <a:t>Disaster</a:t>
            </a:r>
            <a:r>
              <a:rPr lang="es-ES" sz="1600" dirty="0"/>
              <a:t> </a:t>
            </a:r>
            <a:r>
              <a:rPr lang="es-ES" sz="1600" dirty="0" err="1"/>
              <a:t>Database</a:t>
            </a:r>
            <a:r>
              <a:rPr lang="es-ES" sz="1600" dirty="0"/>
              <a:t>," </a:t>
            </a:r>
            <a:r>
              <a:rPr lang="es-ES" sz="1600" dirty="0" err="1"/>
              <a:t>Université</a:t>
            </a:r>
            <a:r>
              <a:rPr lang="es-ES" sz="1600" dirty="0"/>
              <a:t> </a:t>
            </a:r>
            <a:r>
              <a:rPr lang="es-ES" sz="1600" dirty="0" err="1"/>
              <a:t>Catholique</a:t>
            </a:r>
            <a:r>
              <a:rPr lang="es-ES" sz="1600" dirty="0"/>
              <a:t> de </a:t>
            </a:r>
            <a:r>
              <a:rPr lang="es-ES" sz="1600" dirty="0" err="1"/>
              <a:t>Louvain</a:t>
            </a:r>
            <a:r>
              <a:rPr lang="es-ES" sz="1600" dirty="0"/>
              <a:t>, </a:t>
            </a:r>
            <a:r>
              <a:rPr lang="es-ES" sz="1600" dirty="0" err="1"/>
              <a:t>Brussels</a:t>
            </a:r>
            <a:r>
              <a:rPr lang="es-ES" sz="1600" dirty="0"/>
              <a:t>, </a:t>
            </a:r>
            <a:r>
              <a:rPr lang="es-ES" sz="1600" dirty="0" err="1"/>
              <a:t>Belgium</a:t>
            </a:r>
            <a:r>
              <a:rPr lang="es-ES" sz="1600" dirty="0"/>
              <a:t>. [Online]. </a:t>
            </a:r>
            <a:r>
              <a:rPr lang="es-ES" sz="1600" dirty="0" err="1"/>
              <a:t>Available</a:t>
            </a:r>
            <a:r>
              <a:rPr lang="es-ES" sz="1600" dirty="0"/>
              <a:t>: </a:t>
            </a:r>
            <a:r>
              <a:rPr lang="es-ES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www.emdat.be</a:t>
            </a:r>
            <a:endParaRPr lang="es-ES" sz="1600" dirty="0"/>
          </a:p>
          <a:p>
            <a:r>
              <a:rPr lang="es-ES" sz="1600" b="1" dirty="0"/>
              <a:t>[2]</a:t>
            </a:r>
            <a:r>
              <a:rPr lang="es-ES" sz="1600" dirty="0"/>
              <a:t> J. Ayala-García and C. Ospino-Ramos, "Desastres naturales en Colombia," Banco de la República, Bogotá, Colombia, 2019.</a:t>
            </a:r>
          </a:p>
          <a:p>
            <a:r>
              <a:rPr lang="es-ES" sz="1600" b="1" dirty="0"/>
              <a:t>[3]</a:t>
            </a:r>
            <a:r>
              <a:rPr lang="es-ES" sz="1600" dirty="0"/>
              <a:t> Servicio Geológico Colombiano (SGC), </a:t>
            </a:r>
            <a:r>
              <a:rPr lang="es-ES" sz="1600" i="1" dirty="0"/>
              <a:t>Las amenazas por movimientos en masa de Colombia</a:t>
            </a:r>
            <a:r>
              <a:rPr lang="es-ES" sz="1600" dirty="0"/>
              <a:t>, Bogotá, Colombia, 2017.</a:t>
            </a:r>
          </a:p>
          <a:p>
            <a:r>
              <a:rPr lang="es-ES" sz="1600" b="1" dirty="0"/>
              <a:t>[4]</a:t>
            </a:r>
            <a:r>
              <a:rPr lang="es-ES" sz="1600" dirty="0"/>
              <a:t> J. Wang and A. </a:t>
            </a:r>
            <a:r>
              <a:rPr lang="es-ES" sz="1600" dirty="0" err="1"/>
              <a:t>Brenning</a:t>
            </a:r>
            <a:r>
              <a:rPr lang="es-ES" sz="1600" dirty="0"/>
              <a:t>, "Transfer </a:t>
            </a:r>
            <a:r>
              <a:rPr lang="es-ES" sz="1600" dirty="0" err="1"/>
              <a:t>learning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landslide</a:t>
            </a:r>
            <a:r>
              <a:rPr lang="es-ES" sz="1600" dirty="0"/>
              <a:t> </a:t>
            </a:r>
            <a:r>
              <a:rPr lang="es-ES" sz="1600" dirty="0" err="1"/>
              <a:t>mapping</a:t>
            </a:r>
            <a:r>
              <a:rPr lang="es-ES" sz="1600" dirty="0"/>
              <a:t>," </a:t>
            </a:r>
            <a:r>
              <a:rPr lang="es-ES" sz="1600" i="1" dirty="0" err="1"/>
              <a:t>Comput</a:t>
            </a:r>
            <a:r>
              <a:rPr lang="es-ES" sz="1600" i="1" dirty="0"/>
              <a:t>. </a:t>
            </a:r>
            <a:r>
              <a:rPr lang="es-ES" sz="1600" i="1" dirty="0" err="1"/>
              <a:t>Geosci</a:t>
            </a:r>
            <a:r>
              <a:rPr lang="es-ES" sz="1600" i="1" dirty="0"/>
              <a:t>.</a:t>
            </a:r>
            <a:r>
              <a:rPr lang="es-ES" sz="1600" dirty="0"/>
              <a:t>, vol. 163, p. 105109, 2023.</a:t>
            </a:r>
          </a:p>
          <a:p>
            <a:r>
              <a:rPr lang="es-ES" sz="1600" b="1" dirty="0"/>
              <a:t>[5]</a:t>
            </a:r>
            <a:r>
              <a:rPr lang="es-ES" sz="1600" dirty="0"/>
              <a:t> Q. Zhu, R. Zhou, and L. Liu, "Landslide4Sense: Reference </a:t>
            </a:r>
            <a:r>
              <a:rPr lang="es-ES" sz="1600" dirty="0" err="1"/>
              <a:t>Benchmark</a:t>
            </a:r>
            <a:r>
              <a:rPr lang="es-ES" sz="1600" dirty="0"/>
              <a:t> Data and Deep Learning </a:t>
            </a:r>
            <a:r>
              <a:rPr lang="es-ES" sz="1600" dirty="0" err="1"/>
              <a:t>Models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Landslide</a:t>
            </a:r>
            <a:r>
              <a:rPr lang="es-ES" sz="1600" dirty="0"/>
              <a:t> </a:t>
            </a:r>
            <a:r>
              <a:rPr lang="es-ES" sz="1600" dirty="0" err="1"/>
              <a:t>Detection</a:t>
            </a:r>
            <a:r>
              <a:rPr lang="es-ES" sz="1600" dirty="0"/>
              <a:t>," </a:t>
            </a:r>
            <a:r>
              <a:rPr lang="es-ES" sz="1600" i="1" dirty="0"/>
              <a:t>IEEE Trans. </a:t>
            </a:r>
            <a:r>
              <a:rPr lang="es-ES" sz="1600" i="1" dirty="0" err="1"/>
              <a:t>Geosci</a:t>
            </a:r>
            <a:r>
              <a:rPr lang="es-ES" sz="1600" i="1" dirty="0"/>
              <a:t>. Remote </a:t>
            </a:r>
            <a:r>
              <a:rPr lang="es-ES" sz="1600" i="1" dirty="0" err="1"/>
              <a:t>Sens</a:t>
            </a:r>
            <a:r>
              <a:rPr lang="es-ES" sz="1600" i="1" dirty="0"/>
              <a:t>.</a:t>
            </a:r>
            <a:r>
              <a:rPr lang="es-ES" sz="1600" dirty="0"/>
              <a:t>, vol. 61, pp. 1–13, 2022, </a:t>
            </a:r>
            <a:r>
              <a:rPr lang="es-ES" sz="1600" dirty="0" err="1"/>
              <a:t>doi</a:t>
            </a:r>
            <a:r>
              <a:rPr lang="es-ES" sz="1600" dirty="0"/>
              <a:t>: 10.1109/TGRS.2022.3215209.</a:t>
            </a:r>
          </a:p>
          <a:p>
            <a:r>
              <a:rPr lang="es-ES" sz="1600" b="1" dirty="0"/>
              <a:t>[6]</a:t>
            </a:r>
            <a:r>
              <a:rPr lang="es-ES" sz="1600" dirty="0"/>
              <a:t> O. </a:t>
            </a:r>
            <a:r>
              <a:rPr lang="es-ES" sz="1600" dirty="0" err="1"/>
              <a:t>Ghorbanzadeh</a:t>
            </a:r>
            <a:r>
              <a:rPr lang="es-ES" sz="1600" dirty="0"/>
              <a:t> </a:t>
            </a:r>
            <a:r>
              <a:rPr lang="es-ES" sz="1600" i="1" dirty="0"/>
              <a:t>et al.</a:t>
            </a:r>
            <a:r>
              <a:rPr lang="es-ES" sz="1600" dirty="0"/>
              <a:t>, "</a:t>
            </a:r>
            <a:r>
              <a:rPr lang="es-ES" sz="1600" dirty="0" err="1"/>
              <a:t>The</a:t>
            </a:r>
            <a:r>
              <a:rPr lang="es-ES" sz="1600" dirty="0"/>
              <a:t> </a:t>
            </a:r>
            <a:r>
              <a:rPr lang="es-ES" sz="1600" dirty="0" err="1"/>
              <a:t>Outcome</a:t>
            </a:r>
            <a:r>
              <a:rPr lang="es-ES" sz="1600" dirty="0"/>
              <a:t> </a:t>
            </a:r>
            <a:r>
              <a:rPr lang="es-ES" sz="1600" dirty="0" err="1"/>
              <a:t>of</a:t>
            </a:r>
            <a:r>
              <a:rPr lang="es-ES" sz="1600" dirty="0"/>
              <a:t> </a:t>
            </a:r>
            <a:r>
              <a:rPr lang="es-ES" sz="1600" dirty="0" err="1"/>
              <a:t>the</a:t>
            </a:r>
            <a:r>
              <a:rPr lang="es-ES" sz="1600" dirty="0"/>
              <a:t> 2022 Landslide4Sense </a:t>
            </a:r>
            <a:r>
              <a:rPr lang="es-ES" sz="1600" dirty="0" err="1"/>
              <a:t>Competition</a:t>
            </a:r>
            <a:r>
              <a:rPr lang="es-ES" sz="1600" dirty="0"/>
              <a:t>: </a:t>
            </a:r>
            <a:r>
              <a:rPr lang="es-ES" sz="1600" dirty="0" err="1"/>
              <a:t>Advanced</a:t>
            </a:r>
            <a:r>
              <a:rPr lang="es-ES" sz="1600" dirty="0"/>
              <a:t> AI </a:t>
            </a:r>
            <a:r>
              <a:rPr lang="es-ES" sz="1600" dirty="0" err="1"/>
              <a:t>Models</a:t>
            </a:r>
            <a:r>
              <a:rPr lang="es-ES" sz="1600" dirty="0"/>
              <a:t> </a:t>
            </a:r>
            <a:r>
              <a:rPr lang="es-ES" sz="1600" dirty="0" err="1"/>
              <a:t>for</a:t>
            </a:r>
            <a:r>
              <a:rPr lang="es-ES" sz="1600" dirty="0"/>
              <a:t> </a:t>
            </a:r>
            <a:r>
              <a:rPr lang="es-ES" sz="1600" dirty="0" err="1"/>
              <a:t>Landslide</a:t>
            </a:r>
            <a:r>
              <a:rPr lang="es-ES" sz="1600" dirty="0"/>
              <a:t> </a:t>
            </a:r>
            <a:r>
              <a:rPr lang="es-ES" sz="1600" dirty="0" err="1"/>
              <a:t>Detection</a:t>
            </a:r>
            <a:r>
              <a:rPr lang="es-ES" sz="1600" dirty="0"/>
              <a:t> </a:t>
            </a:r>
            <a:r>
              <a:rPr lang="es-ES" sz="1600" dirty="0" err="1"/>
              <a:t>Using</a:t>
            </a:r>
            <a:r>
              <a:rPr lang="es-ES" sz="1600" dirty="0"/>
              <a:t> Multi-</a:t>
            </a:r>
            <a:r>
              <a:rPr lang="es-ES" sz="1600" dirty="0" err="1"/>
              <a:t>Source</a:t>
            </a:r>
            <a:r>
              <a:rPr lang="es-ES" sz="1600" dirty="0"/>
              <a:t> Remote </a:t>
            </a:r>
            <a:r>
              <a:rPr lang="es-ES" sz="1600" dirty="0" err="1"/>
              <a:t>Sensing</a:t>
            </a:r>
            <a:r>
              <a:rPr lang="es-ES" sz="1600" dirty="0"/>
              <a:t> Data," </a:t>
            </a:r>
            <a:r>
              <a:rPr lang="es-ES" sz="1600" i="1" dirty="0"/>
              <a:t>IEEE Trans. </a:t>
            </a:r>
            <a:r>
              <a:rPr lang="es-ES" sz="1600" i="1" dirty="0" err="1"/>
              <a:t>Geosci</a:t>
            </a:r>
            <a:r>
              <a:rPr lang="es-ES" sz="1600" i="1" dirty="0"/>
              <a:t>. Remote </a:t>
            </a:r>
            <a:r>
              <a:rPr lang="es-ES" sz="1600" i="1" dirty="0" err="1"/>
              <a:t>Sens</a:t>
            </a:r>
            <a:r>
              <a:rPr lang="es-ES" sz="1600" i="1" dirty="0"/>
              <a:t>.</a:t>
            </a:r>
            <a:r>
              <a:rPr lang="es-ES" sz="1600" dirty="0"/>
              <a:t>, vol. 60, 2022.</a:t>
            </a:r>
          </a:p>
          <a:p>
            <a:r>
              <a:rPr lang="es-ES" sz="1600" b="1" dirty="0"/>
              <a:t>[7]</a:t>
            </a:r>
            <a:r>
              <a:rPr lang="es-ES" sz="1600" dirty="0"/>
              <a:t> </a:t>
            </a:r>
            <a:r>
              <a:rPr lang="es-ES" sz="1600" dirty="0" err="1"/>
              <a:t>European</a:t>
            </a:r>
            <a:r>
              <a:rPr lang="es-ES" sz="1600" dirty="0"/>
              <a:t> </a:t>
            </a:r>
            <a:r>
              <a:rPr lang="es-ES" sz="1600" dirty="0" err="1"/>
              <a:t>Space</a:t>
            </a:r>
            <a:r>
              <a:rPr lang="es-ES" sz="1600" dirty="0"/>
              <a:t> Agency (ESA), "Sentinel-2 MSI </a:t>
            </a:r>
            <a:r>
              <a:rPr lang="es-ES" sz="1600" dirty="0" err="1"/>
              <a:t>User</a:t>
            </a:r>
            <a:r>
              <a:rPr lang="es-ES" sz="1600" dirty="0"/>
              <a:t> Guide," ESA, 2023. [Online]. </a:t>
            </a:r>
            <a:r>
              <a:rPr lang="es-ES" sz="1600" dirty="0" err="1"/>
              <a:t>Available</a:t>
            </a:r>
            <a:r>
              <a:rPr lang="es-ES" sz="1600" dirty="0"/>
              <a:t>: </a:t>
            </a:r>
            <a:r>
              <a:rPr lang="es-ES" sz="1600" dirty="0">
                <a:solidFill>
                  <a:srgbClr val="9454C3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https://sentinel.esa.int/web/sentinel/user-guides/</a:t>
            </a:r>
            <a:r>
              <a:rPr lang="es-ES" sz="16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sentinel-2-msi</a:t>
            </a:r>
            <a:endParaRPr lang="es-ES" sz="1600" dirty="0"/>
          </a:p>
          <a:p>
            <a:endParaRPr lang="es-ES" sz="1600" dirty="0"/>
          </a:p>
          <a:p>
            <a:endParaRPr lang="es-ES" sz="1600" dirty="0"/>
          </a:p>
        </p:txBody>
      </p:sp>
    </p:spTree>
    <p:extLst>
      <p:ext uri="{BB962C8B-B14F-4D97-AF65-F5344CB8AC3E}">
        <p14:creationId xmlns:p14="http://schemas.microsoft.com/office/powerpoint/2010/main" val="1395722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2AF0EE-D332-3AEB-65CA-760EF2456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353" y="3161348"/>
            <a:ext cx="6596245" cy="9672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s-CO" sz="4800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¡GRACIAS!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4" name="Imagen 3" descr="Imagen que contiene dibujo, señal&#10;&#10;El contenido generado por IA puede ser incorrecto.">
            <a:extLst>
              <a:ext uri="{FF2B5EF4-FFF2-40B4-BE49-F238E27FC236}">
                <a16:creationId xmlns:a16="http://schemas.microsoft.com/office/drawing/2014/main" id="{C294E56B-18A4-E7D9-5BA9-6B3D156AD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279" y="6053995"/>
            <a:ext cx="1695687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71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1016</TotalTime>
  <Words>1209</Words>
  <Application>Microsoft Office PowerPoint</Application>
  <PresentationFormat>Panorámica</PresentationFormat>
  <Paragraphs>250</Paragraphs>
  <Slides>16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ARS Maquette Pro Light</vt:lpstr>
      <vt:lpstr>Calibri</vt:lpstr>
      <vt:lpstr>Tema de Office</vt:lpstr>
      <vt:lpstr>Detección de deslizamientos de Laderas con Machine Learning – Landslide4Sense</vt:lpstr>
      <vt:lpstr>Contexto</vt:lpstr>
      <vt:lpstr>Dataset</vt:lpstr>
      <vt:lpstr>Análisis Exploratorio de Datos</vt:lpstr>
      <vt:lpstr>Análisis Exploratorio de Datos</vt:lpstr>
      <vt:lpstr>Modelos</vt:lpstr>
      <vt:lpstr>Modelos</vt:lpstr>
      <vt:lpstr>Resultados</vt:lpstr>
      <vt:lpstr>Resultados</vt:lpstr>
      <vt:lpstr>Resultados</vt:lpstr>
      <vt:lpstr>Resultados</vt:lpstr>
      <vt:lpstr>Análisis</vt:lpstr>
      <vt:lpstr>Brechas de dominio</vt:lpstr>
      <vt:lpstr>Repositorio Github</vt:lpstr>
      <vt:lpstr>Referencias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Ana Montes</cp:lastModifiedBy>
  <cp:revision>68</cp:revision>
  <dcterms:created xsi:type="dcterms:W3CDTF">2026-02-17T01:25:02Z</dcterms:created>
  <dcterms:modified xsi:type="dcterms:W3CDTF">2026-04-27T18:37:37Z</dcterms:modified>
</cp:coreProperties>
</file>